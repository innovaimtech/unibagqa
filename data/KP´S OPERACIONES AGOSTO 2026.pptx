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3"/>
  </p:notesMasterIdLst>
  <p:sldIdLst>
    <p:sldId id="257" r:id="rId2"/>
    <p:sldId id="258" r:id="rId3"/>
    <p:sldId id="259" r:id="rId4"/>
    <p:sldId id="260" r:id="rId5"/>
    <p:sldId id="264" r:id="rId6"/>
    <p:sldId id="600" r:id="rId7"/>
    <p:sldId id="622" r:id="rId8"/>
    <p:sldId id="266" r:id="rId9"/>
    <p:sldId id="269" r:id="rId10"/>
    <p:sldId id="267" r:id="rId11"/>
    <p:sldId id="268" r:id="rId12"/>
    <p:sldId id="270" r:id="rId13"/>
    <p:sldId id="624" r:id="rId14"/>
    <p:sldId id="626" r:id="rId15"/>
    <p:sldId id="627" r:id="rId16"/>
    <p:sldId id="629" r:id="rId17"/>
    <p:sldId id="631" r:id="rId18"/>
    <p:sldId id="628" r:id="rId19"/>
    <p:sldId id="638" r:id="rId20"/>
    <p:sldId id="553" r:id="rId21"/>
    <p:sldId id="271" r:id="rId22"/>
    <p:sldId id="274" r:id="rId23"/>
    <p:sldId id="278" r:id="rId24"/>
    <p:sldId id="625" r:id="rId25"/>
    <p:sldId id="630" r:id="rId26"/>
    <p:sldId id="555" r:id="rId27"/>
    <p:sldId id="276" r:id="rId28"/>
    <p:sldId id="272" r:id="rId29"/>
    <p:sldId id="639" r:id="rId30"/>
    <p:sldId id="557" r:id="rId31"/>
    <p:sldId id="547" r:id="rId32"/>
    <p:sldId id="575" r:id="rId33"/>
    <p:sldId id="576" r:id="rId34"/>
    <p:sldId id="561" r:id="rId35"/>
    <p:sldId id="589" r:id="rId36"/>
    <p:sldId id="590" r:id="rId37"/>
    <p:sldId id="640" r:id="rId38"/>
    <p:sldId id="634" r:id="rId39"/>
    <p:sldId id="641" r:id="rId40"/>
    <p:sldId id="642" r:id="rId41"/>
    <p:sldId id="598" r:id="rId42"/>
  </p:sldIdLst>
  <p:sldSz cx="9753600" cy="7315200"/>
  <p:notesSz cx="6858000" cy="9144000"/>
  <p:embeddedFontLst>
    <p:embeddedFont>
      <p:font typeface="Avenir Bold" panose="020B0604020202020204" charset="0"/>
      <p:regular r:id="rId44"/>
    </p:embeddedFont>
    <p:embeddedFont>
      <p:font typeface="Cambria" panose="02040503050406030204" pitchFamily="18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" dt="2026-09-03T23:04:12.158"/>
    <p1510:client id="{0A12FEF6-EEF0-E364-0721-379FF4E6A216}" v="1003" dt="2026-09-04T12:51:39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Perozo" userId="0a6371ab82c401a6" providerId="LiveId" clId="{21501839-8F38-46CB-A9F5-3ACF27F9AC94}"/>
    <pc:docChg chg="undo redo custSel addSld delSld modSld sldOrd">
      <pc:chgData name="Javier Perozo" userId="0a6371ab82c401a6" providerId="LiveId" clId="{21501839-8F38-46CB-A9F5-3ACF27F9AC94}" dt="2026-09-03T20:16:24.587" v="1630" actId="1440"/>
      <pc:docMkLst>
        <pc:docMk/>
      </pc:docMkLst>
      <pc:sldChg chg="modSp mod">
        <pc:chgData name="Javier Perozo" userId="0a6371ab82c401a6" providerId="LiveId" clId="{21501839-8F38-46CB-A9F5-3ACF27F9AC94}" dt="2026-09-03T18:34:25.727" v="1335" actId="20577"/>
        <pc:sldMkLst>
          <pc:docMk/>
          <pc:sldMk cId="3723117772" sldId="257"/>
        </pc:sldMkLst>
        <pc:spChg chg="mod">
          <ac:chgData name="Javier Perozo" userId="0a6371ab82c401a6" providerId="LiveId" clId="{21501839-8F38-46CB-A9F5-3ACF27F9AC94}" dt="2026-09-03T18:34:25.727" v="1335" actId="20577"/>
          <ac:spMkLst>
            <pc:docMk/>
            <pc:sldMk cId="3723117772" sldId="257"/>
            <ac:spMk id="19" creationId="{971B39F9-882D-DFAB-C405-CB5D7098807C}"/>
          </ac:spMkLst>
        </pc:spChg>
      </pc:sldChg>
      <pc:sldChg chg="addSp delSp modSp mod">
        <pc:chgData name="Javier Perozo" userId="0a6371ab82c401a6" providerId="LiveId" clId="{21501839-8F38-46CB-A9F5-3ACF27F9AC94}" dt="2026-09-03T19:50:39.481" v="1506" actId="1440"/>
        <pc:sldMkLst>
          <pc:docMk/>
          <pc:sldMk cId="4155397363" sldId="258"/>
        </pc:sldMkLst>
        <pc:spChg chg="add del mod">
          <ac:chgData name="Javier Perozo" userId="0a6371ab82c401a6" providerId="LiveId" clId="{21501839-8F38-46CB-A9F5-3ACF27F9AC94}" dt="2026-09-03T18:34:32.202" v="1343" actId="20577"/>
          <ac:spMkLst>
            <pc:docMk/>
            <pc:sldMk cId="4155397363" sldId="258"/>
            <ac:spMk id="5" creationId="{255171CF-5831-ABDC-A47F-3828E85E44FC}"/>
          </ac:spMkLst>
        </pc:spChg>
        <pc:picChg chg="add del mod">
          <ac:chgData name="Javier Perozo" userId="0a6371ab82c401a6" providerId="LiveId" clId="{21501839-8F38-46CB-A9F5-3ACF27F9AC94}" dt="2026-09-03T19:02:08.269" v="1408" actId="478"/>
          <ac:picMkLst>
            <pc:docMk/>
            <pc:sldMk cId="4155397363" sldId="258"/>
            <ac:picMk id="6" creationId="{8E082936-9F42-BFD5-A758-46AA2D5074FD}"/>
          </ac:picMkLst>
        </pc:picChg>
        <pc:picChg chg="add mod">
          <ac:chgData name="Javier Perozo" userId="0a6371ab82c401a6" providerId="LiveId" clId="{21501839-8F38-46CB-A9F5-3ACF27F9AC94}" dt="2026-09-03T19:02:14.276" v="1412" actId="1076"/>
          <ac:picMkLst>
            <pc:docMk/>
            <pc:sldMk cId="4155397363" sldId="258"/>
            <ac:picMk id="7" creationId="{3A9F8B48-0B6C-B120-42E4-9795D8232E58}"/>
          </ac:picMkLst>
        </pc:picChg>
        <pc:picChg chg="add del mod">
          <ac:chgData name="Javier Perozo" userId="0a6371ab82c401a6" providerId="LiveId" clId="{21501839-8F38-46CB-A9F5-3ACF27F9AC94}" dt="2026-09-03T19:50:36.323" v="1503" actId="478"/>
          <ac:picMkLst>
            <pc:docMk/>
            <pc:sldMk cId="4155397363" sldId="258"/>
            <ac:picMk id="9" creationId="{8ADC8D27-3056-4B4E-EEC0-6A960E0E94BD}"/>
          </ac:picMkLst>
        </pc:picChg>
        <pc:picChg chg="add mod">
          <ac:chgData name="Javier Perozo" userId="0a6371ab82c401a6" providerId="LiveId" clId="{21501839-8F38-46CB-A9F5-3ACF27F9AC94}" dt="2026-09-03T19:50:39.481" v="1506" actId="1440"/>
          <ac:picMkLst>
            <pc:docMk/>
            <pc:sldMk cId="4155397363" sldId="258"/>
            <ac:picMk id="10" creationId="{B758573C-20DA-F886-0698-14EBC57987ED}"/>
          </ac:picMkLst>
        </pc:picChg>
      </pc:sldChg>
      <pc:sldChg chg="addSp delSp modSp mod">
        <pc:chgData name="Javier Perozo" userId="0a6371ab82c401a6" providerId="LiveId" clId="{21501839-8F38-46CB-A9F5-3ACF27F9AC94}" dt="2026-09-03T19:51:00.207" v="1510" actId="1440"/>
        <pc:sldMkLst>
          <pc:docMk/>
          <pc:sldMk cId="3986597684" sldId="259"/>
        </pc:sldMkLst>
        <pc:spChg chg="add del">
          <ac:chgData name="Javier Perozo" userId="0a6371ab82c401a6" providerId="LiveId" clId="{21501839-8F38-46CB-A9F5-3ACF27F9AC94}" dt="2026-09-03T18:34:37.216" v="1344" actId="478"/>
          <ac:spMkLst>
            <pc:docMk/>
            <pc:sldMk cId="3986597684" sldId="259"/>
            <ac:spMk id="5" creationId="{7EED3719-5454-07CB-650F-5053DF8742FE}"/>
          </ac:spMkLst>
        </pc:spChg>
        <pc:spChg chg="add">
          <ac:chgData name="Javier Perozo" userId="0a6371ab82c401a6" providerId="LiveId" clId="{21501839-8F38-46CB-A9F5-3ACF27F9AC94}" dt="2026-09-03T18:34:37.537" v="1345" actId="22"/>
          <ac:spMkLst>
            <pc:docMk/>
            <pc:sldMk cId="3986597684" sldId="259"/>
            <ac:spMk id="6" creationId="{73570107-1864-D62F-337C-6CC9E28BB41E}"/>
          </ac:spMkLst>
        </pc:spChg>
        <pc:picChg chg="add del mod">
          <ac:chgData name="Javier Perozo" userId="0a6371ab82c401a6" providerId="LiveId" clId="{21501839-8F38-46CB-A9F5-3ACF27F9AC94}" dt="2026-09-03T19:04:05.031" v="1413" actId="478"/>
          <ac:picMkLst>
            <pc:docMk/>
            <pc:sldMk cId="3986597684" sldId="259"/>
            <ac:picMk id="8" creationId="{730B0C0F-4FC6-3AE9-1EDE-E3666DE2BBA6}"/>
          </ac:picMkLst>
        </pc:picChg>
        <pc:picChg chg="add mod">
          <ac:chgData name="Javier Perozo" userId="0a6371ab82c401a6" providerId="LiveId" clId="{21501839-8F38-46CB-A9F5-3ACF27F9AC94}" dt="2026-09-03T19:04:09.006" v="1416" actId="1440"/>
          <ac:picMkLst>
            <pc:docMk/>
            <pc:sldMk cId="3986597684" sldId="259"/>
            <ac:picMk id="9" creationId="{D2A1D41D-D11B-2BAE-B8D2-D6BFA1DE726C}"/>
          </ac:picMkLst>
        </pc:picChg>
        <pc:picChg chg="add mod">
          <ac:chgData name="Javier Perozo" userId="0a6371ab82c401a6" providerId="LiveId" clId="{21501839-8F38-46CB-A9F5-3ACF27F9AC94}" dt="2026-09-03T19:51:00.207" v="1510" actId="1440"/>
          <ac:picMkLst>
            <pc:docMk/>
            <pc:sldMk cId="3986597684" sldId="259"/>
            <ac:picMk id="11" creationId="{B972C4CB-F727-2178-1831-FE0595D638BC}"/>
          </ac:picMkLst>
        </pc:picChg>
        <pc:picChg chg="del">
          <ac:chgData name="Javier Perozo" userId="0a6371ab82c401a6" providerId="LiveId" clId="{21501839-8F38-46CB-A9F5-3ACF27F9AC94}" dt="2026-09-03T19:50:55.845" v="1507" actId="478"/>
          <ac:picMkLst>
            <pc:docMk/>
            <pc:sldMk cId="3986597684" sldId="259"/>
            <ac:picMk id="12" creationId="{018189F2-5AB0-7D15-8E74-EC2F0996259A}"/>
          </ac:picMkLst>
        </pc:picChg>
      </pc:sldChg>
      <pc:sldChg chg="addSp delSp modSp mod">
        <pc:chgData name="Javier Perozo" userId="0a6371ab82c401a6" providerId="LiveId" clId="{21501839-8F38-46CB-A9F5-3ACF27F9AC94}" dt="2026-09-03T20:16:24.587" v="1630" actId="1440"/>
        <pc:sldMkLst>
          <pc:docMk/>
          <pc:sldMk cId="2588293502" sldId="260"/>
        </pc:sldMkLst>
        <pc:spChg chg="add del">
          <ac:chgData name="Javier Perozo" userId="0a6371ab82c401a6" providerId="LiveId" clId="{21501839-8F38-46CB-A9F5-3ACF27F9AC94}" dt="2026-09-03T18:34:40.285" v="1346" actId="478"/>
          <ac:spMkLst>
            <pc:docMk/>
            <pc:sldMk cId="2588293502" sldId="260"/>
            <ac:spMk id="5" creationId="{B42E5B6E-407E-5AD4-AD70-5000DE43ADA7}"/>
          </ac:spMkLst>
        </pc:spChg>
        <pc:spChg chg="add">
          <ac:chgData name="Javier Perozo" userId="0a6371ab82c401a6" providerId="LiveId" clId="{21501839-8F38-46CB-A9F5-3ACF27F9AC94}" dt="2026-09-03T18:34:40.539" v="1347" actId="22"/>
          <ac:spMkLst>
            <pc:docMk/>
            <pc:sldMk cId="2588293502" sldId="260"/>
            <ac:spMk id="6" creationId="{F19A4B6F-A79F-366E-C7B7-1D160030CC01}"/>
          </ac:spMkLst>
        </pc:spChg>
        <pc:picChg chg="add del mod">
          <ac:chgData name="Javier Perozo" userId="0a6371ab82c401a6" providerId="LiveId" clId="{21501839-8F38-46CB-A9F5-3ACF27F9AC94}" dt="2026-09-03T20:15:47.743" v="1623" actId="478"/>
          <ac:picMkLst>
            <pc:docMk/>
            <pc:sldMk cId="2588293502" sldId="260"/>
            <ac:picMk id="8" creationId="{CA555A69-D324-E147-497F-79B48663332F}"/>
          </ac:picMkLst>
        </pc:picChg>
        <pc:picChg chg="add mod">
          <ac:chgData name="Javier Perozo" userId="0a6371ab82c401a6" providerId="LiveId" clId="{21501839-8F38-46CB-A9F5-3ACF27F9AC94}" dt="2026-09-03T20:15:55.696" v="1626" actId="1440"/>
          <ac:picMkLst>
            <pc:docMk/>
            <pc:sldMk cId="2588293502" sldId="260"/>
            <ac:picMk id="9" creationId="{DD436F07-5BF0-3868-94E1-52DFA2A82D52}"/>
          </ac:picMkLst>
        </pc:picChg>
        <pc:picChg chg="add del mod">
          <ac:chgData name="Javier Perozo" userId="0a6371ab82c401a6" providerId="LiveId" clId="{21501839-8F38-46CB-A9F5-3ACF27F9AC94}" dt="2026-09-03T20:16:18.851" v="1627" actId="478"/>
          <ac:picMkLst>
            <pc:docMk/>
            <pc:sldMk cId="2588293502" sldId="260"/>
            <ac:picMk id="11" creationId="{D3AF408B-A4F9-F168-3859-A8C2C4B4D4C9}"/>
          </ac:picMkLst>
        </pc:picChg>
        <pc:picChg chg="add mod">
          <ac:chgData name="Javier Perozo" userId="0a6371ab82c401a6" providerId="LiveId" clId="{21501839-8F38-46CB-A9F5-3ACF27F9AC94}" dt="2026-09-03T20:16:24.587" v="1630" actId="1440"/>
          <ac:picMkLst>
            <pc:docMk/>
            <pc:sldMk cId="2588293502" sldId="260"/>
            <ac:picMk id="12" creationId="{36CB3A1D-4E5F-D936-B156-969FAD00CF45}"/>
          </ac:picMkLst>
        </pc:picChg>
      </pc:sldChg>
      <pc:sldChg chg="addSp delSp modSp mod">
        <pc:chgData name="Javier Perozo" userId="0a6371ab82c401a6" providerId="LiveId" clId="{21501839-8F38-46CB-A9F5-3ACF27F9AC94}" dt="2026-09-03T19:51:58.002" v="1514" actId="1440"/>
        <pc:sldMkLst>
          <pc:docMk/>
          <pc:sldMk cId="2043741788" sldId="264"/>
        </pc:sldMkLst>
        <pc:spChg chg="add del">
          <ac:chgData name="Javier Perozo" userId="0a6371ab82c401a6" providerId="LiveId" clId="{21501839-8F38-46CB-A9F5-3ACF27F9AC94}" dt="2026-09-03T18:34:43.164" v="1348" actId="478"/>
          <ac:spMkLst>
            <pc:docMk/>
            <pc:sldMk cId="2043741788" sldId="264"/>
            <ac:spMk id="5" creationId="{2960A5B9-7415-5912-A225-E26894393D2A}"/>
          </ac:spMkLst>
        </pc:spChg>
        <pc:spChg chg="add">
          <ac:chgData name="Javier Perozo" userId="0a6371ab82c401a6" providerId="LiveId" clId="{21501839-8F38-46CB-A9F5-3ACF27F9AC94}" dt="2026-09-03T18:34:43.317" v="1349" actId="22"/>
          <ac:spMkLst>
            <pc:docMk/>
            <pc:sldMk cId="2043741788" sldId="264"/>
            <ac:spMk id="6" creationId="{1A88E830-73E7-E24E-5AC4-D3C375D0CDBC}"/>
          </ac:spMkLst>
        </pc:spChg>
        <pc:picChg chg="add mod">
          <ac:chgData name="Javier Perozo" userId="0a6371ab82c401a6" providerId="LiveId" clId="{21501839-8F38-46CB-A9F5-3ACF27F9AC94}" dt="2026-09-03T19:04:54.862" v="1422" actId="1440"/>
          <ac:picMkLst>
            <pc:docMk/>
            <pc:sldMk cId="2043741788" sldId="264"/>
            <ac:picMk id="9" creationId="{31CEDBAA-EA32-A067-9AF0-CD1E7038D985}"/>
          </ac:picMkLst>
        </pc:picChg>
        <pc:picChg chg="add mod">
          <ac:chgData name="Javier Perozo" userId="0a6371ab82c401a6" providerId="LiveId" clId="{21501839-8F38-46CB-A9F5-3ACF27F9AC94}" dt="2026-09-03T19:51:58.002" v="1514" actId="1440"/>
          <ac:picMkLst>
            <pc:docMk/>
            <pc:sldMk cId="2043741788" sldId="264"/>
            <ac:picMk id="11" creationId="{7BA446ED-8DF7-13FE-5087-D092A2C9E61F}"/>
          </ac:picMkLst>
        </pc:picChg>
        <pc:picChg chg="add del mod">
          <ac:chgData name="Javier Perozo" userId="0a6371ab82c401a6" providerId="LiveId" clId="{21501839-8F38-46CB-A9F5-3ACF27F9AC94}" dt="2026-09-03T19:04:45.991" v="1418" actId="478"/>
          <ac:picMkLst>
            <pc:docMk/>
            <pc:sldMk cId="2043741788" sldId="264"/>
            <ac:picMk id="15" creationId="{F95A8B15-178F-B92A-942C-6AA726654E69}"/>
          </ac:picMkLst>
        </pc:picChg>
        <pc:picChg chg="add del mod">
          <ac:chgData name="Javier Perozo" userId="0a6371ab82c401a6" providerId="LiveId" clId="{21501839-8F38-46CB-A9F5-3ACF27F9AC94}" dt="2026-09-03T19:51:54.508" v="1511" actId="478"/>
          <ac:picMkLst>
            <pc:docMk/>
            <pc:sldMk cId="2043741788" sldId="264"/>
            <ac:picMk id="17" creationId="{4410DCE7-C910-1879-2790-723E59718E85}"/>
          </ac:picMkLst>
        </pc:picChg>
      </pc:sldChg>
      <pc:sldChg chg="addSp delSp modSp mod">
        <pc:chgData name="Javier Perozo" userId="0a6371ab82c401a6" providerId="LiveId" clId="{21501839-8F38-46CB-A9F5-3ACF27F9AC94}" dt="2026-09-03T19:54:36.839" v="1523" actId="1440"/>
        <pc:sldMkLst>
          <pc:docMk/>
          <pc:sldMk cId="458385400" sldId="266"/>
        </pc:sldMkLst>
        <pc:spChg chg="add del">
          <ac:chgData name="Javier Perozo" userId="0a6371ab82c401a6" providerId="LiveId" clId="{21501839-8F38-46CB-A9F5-3ACF27F9AC94}" dt="2026-09-03T18:34:51.968" v="1354" actId="478"/>
          <ac:spMkLst>
            <pc:docMk/>
            <pc:sldMk cId="458385400" sldId="266"/>
            <ac:spMk id="5" creationId="{5B844887-321C-8F2D-A0B6-50B576268C9D}"/>
          </ac:spMkLst>
        </pc:spChg>
        <pc:spChg chg="add">
          <ac:chgData name="Javier Perozo" userId="0a6371ab82c401a6" providerId="LiveId" clId="{21501839-8F38-46CB-A9F5-3ACF27F9AC94}" dt="2026-09-03T18:34:52.265" v="1355" actId="22"/>
          <ac:spMkLst>
            <pc:docMk/>
            <pc:sldMk cId="458385400" sldId="266"/>
            <ac:spMk id="6" creationId="{733B35F3-4079-B13C-4057-5CB44D46BA97}"/>
          </ac:spMkLst>
        </pc:spChg>
        <pc:picChg chg="add del mod">
          <ac:chgData name="Javier Perozo" userId="0a6371ab82c401a6" providerId="LiveId" clId="{21501839-8F38-46CB-A9F5-3ACF27F9AC94}" dt="2026-09-03T19:37:12.409" v="1434" actId="478"/>
          <ac:picMkLst>
            <pc:docMk/>
            <pc:sldMk cId="458385400" sldId="266"/>
            <ac:picMk id="9" creationId="{B51069B2-1520-8699-C4B4-FF43733E6B86}"/>
          </ac:picMkLst>
        </pc:picChg>
        <pc:picChg chg="add mod">
          <ac:chgData name="Javier Perozo" userId="0a6371ab82c401a6" providerId="LiveId" clId="{21501839-8F38-46CB-A9F5-3ACF27F9AC94}" dt="2026-09-03T19:37:16.075" v="1437" actId="1440"/>
          <ac:picMkLst>
            <pc:docMk/>
            <pc:sldMk cId="458385400" sldId="266"/>
            <ac:picMk id="10" creationId="{C9C3E993-4F8C-B23E-F436-2BAF41F279CB}"/>
          </ac:picMkLst>
        </pc:picChg>
        <pc:picChg chg="add del mod">
          <ac:chgData name="Javier Perozo" userId="0a6371ab82c401a6" providerId="LiveId" clId="{21501839-8F38-46CB-A9F5-3ACF27F9AC94}" dt="2026-09-03T19:54:30.778" v="1519" actId="478"/>
          <ac:picMkLst>
            <pc:docMk/>
            <pc:sldMk cId="458385400" sldId="266"/>
            <ac:picMk id="12" creationId="{558897A5-4792-EA3C-42A2-1078B8DE39D9}"/>
          </ac:picMkLst>
        </pc:picChg>
        <pc:picChg chg="add mod">
          <ac:chgData name="Javier Perozo" userId="0a6371ab82c401a6" providerId="LiveId" clId="{21501839-8F38-46CB-A9F5-3ACF27F9AC94}" dt="2026-09-03T19:54:36.839" v="1523" actId="1440"/>
          <ac:picMkLst>
            <pc:docMk/>
            <pc:sldMk cId="458385400" sldId="266"/>
            <ac:picMk id="13" creationId="{F9882305-0E7E-CEB8-3C67-05FA5B42D3AB}"/>
          </ac:picMkLst>
        </pc:picChg>
      </pc:sldChg>
      <pc:sldChg chg="addSp delSp modSp mod">
        <pc:chgData name="Javier Perozo" userId="0a6371ab82c401a6" providerId="LiveId" clId="{21501839-8F38-46CB-A9F5-3ACF27F9AC94}" dt="2026-09-03T19:55:10.187" v="1531" actId="1440"/>
        <pc:sldMkLst>
          <pc:docMk/>
          <pc:sldMk cId="4286961620" sldId="267"/>
        </pc:sldMkLst>
        <pc:spChg chg="add del">
          <ac:chgData name="Javier Perozo" userId="0a6371ab82c401a6" providerId="LiveId" clId="{21501839-8F38-46CB-A9F5-3ACF27F9AC94}" dt="2026-09-03T18:34:58.095" v="1358" actId="478"/>
          <ac:spMkLst>
            <pc:docMk/>
            <pc:sldMk cId="4286961620" sldId="267"/>
            <ac:spMk id="6" creationId="{BA75074E-A350-A3DD-30FA-708543F3669D}"/>
          </ac:spMkLst>
        </pc:spChg>
        <pc:spChg chg="add">
          <ac:chgData name="Javier Perozo" userId="0a6371ab82c401a6" providerId="LiveId" clId="{21501839-8F38-46CB-A9F5-3ACF27F9AC94}" dt="2026-09-03T18:34:58.324" v="1359" actId="22"/>
          <ac:spMkLst>
            <pc:docMk/>
            <pc:sldMk cId="4286961620" sldId="267"/>
            <ac:spMk id="7" creationId="{6BA16B00-D21B-FD09-BDAD-3CBB542D3750}"/>
          </ac:spMkLst>
        </pc:spChg>
        <pc:picChg chg="add del mod">
          <ac:chgData name="Javier Perozo" userId="0a6371ab82c401a6" providerId="LiveId" clId="{21501839-8F38-46CB-A9F5-3ACF27F9AC94}" dt="2026-09-03T19:37:49.140" v="1443" actId="478"/>
          <ac:picMkLst>
            <pc:docMk/>
            <pc:sldMk cId="4286961620" sldId="267"/>
            <ac:picMk id="9" creationId="{0C5CDB75-9675-E7D8-D56F-9D785C147A9F}"/>
          </ac:picMkLst>
        </pc:picChg>
        <pc:picChg chg="add mod">
          <ac:chgData name="Javier Perozo" userId="0a6371ab82c401a6" providerId="LiveId" clId="{21501839-8F38-46CB-A9F5-3ACF27F9AC94}" dt="2026-09-03T19:37:54.728" v="1446" actId="1440"/>
          <ac:picMkLst>
            <pc:docMk/>
            <pc:sldMk cId="4286961620" sldId="267"/>
            <ac:picMk id="10" creationId="{0E6F5889-6D0F-3171-3B57-C602902734A4}"/>
          </ac:picMkLst>
        </pc:picChg>
        <pc:picChg chg="add del mod">
          <ac:chgData name="Javier Perozo" userId="0a6371ab82c401a6" providerId="LiveId" clId="{21501839-8F38-46CB-A9F5-3ACF27F9AC94}" dt="2026-09-03T19:55:06.483" v="1528" actId="478"/>
          <ac:picMkLst>
            <pc:docMk/>
            <pc:sldMk cId="4286961620" sldId="267"/>
            <ac:picMk id="12" creationId="{99664DEA-9AC7-C2B9-BF51-328CF9125E81}"/>
          </ac:picMkLst>
        </pc:picChg>
        <pc:picChg chg="add mod">
          <ac:chgData name="Javier Perozo" userId="0a6371ab82c401a6" providerId="LiveId" clId="{21501839-8F38-46CB-A9F5-3ACF27F9AC94}" dt="2026-09-03T19:55:10.187" v="1531" actId="1440"/>
          <ac:picMkLst>
            <pc:docMk/>
            <pc:sldMk cId="4286961620" sldId="267"/>
            <ac:picMk id="13" creationId="{ECE0B76B-1B32-CBEB-57DE-697A70AD3616}"/>
          </ac:picMkLst>
        </pc:picChg>
      </pc:sldChg>
      <pc:sldChg chg="addSp delSp modSp mod">
        <pc:chgData name="Javier Perozo" userId="0a6371ab82c401a6" providerId="LiveId" clId="{21501839-8F38-46CB-A9F5-3ACF27F9AC94}" dt="2026-09-03T19:55:26.508" v="1535" actId="1440"/>
        <pc:sldMkLst>
          <pc:docMk/>
          <pc:sldMk cId="200918779" sldId="268"/>
        </pc:sldMkLst>
        <pc:spChg chg="add del">
          <ac:chgData name="Javier Perozo" userId="0a6371ab82c401a6" providerId="LiveId" clId="{21501839-8F38-46CB-A9F5-3ACF27F9AC94}" dt="2026-09-03T18:35:01.912" v="1360" actId="478"/>
          <ac:spMkLst>
            <pc:docMk/>
            <pc:sldMk cId="200918779" sldId="268"/>
            <ac:spMk id="6" creationId="{2F77B85A-B261-BB35-BCA1-ADB48E127098}"/>
          </ac:spMkLst>
        </pc:spChg>
        <pc:spChg chg="add">
          <ac:chgData name="Javier Perozo" userId="0a6371ab82c401a6" providerId="LiveId" clId="{21501839-8F38-46CB-A9F5-3ACF27F9AC94}" dt="2026-09-03T18:35:02.041" v="1361" actId="22"/>
          <ac:spMkLst>
            <pc:docMk/>
            <pc:sldMk cId="200918779" sldId="268"/>
            <ac:spMk id="7" creationId="{6385238B-6445-1A50-8394-83C0A08B914B}"/>
          </ac:spMkLst>
        </pc:spChg>
        <pc:picChg chg="add del mod">
          <ac:chgData name="Javier Perozo" userId="0a6371ab82c401a6" providerId="LiveId" clId="{21501839-8F38-46CB-A9F5-3ACF27F9AC94}" dt="2026-09-03T19:38:07.041" v="1447" actId="478"/>
          <ac:picMkLst>
            <pc:docMk/>
            <pc:sldMk cId="200918779" sldId="268"/>
            <ac:picMk id="9" creationId="{E64FF96B-024C-C691-8C50-51896B7A1267}"/>
          </ac:picMkLst>
        </pc:picChg>
        <pc:picChg chg="add mod">
          <ac:chgData name="Javier Perozo" userId="0a6371ab82c401a6" providerId="LiveId" clId="{21501839-8F38-46CB-A9F5-3ACF27F9AC94}" dt="2026-09-03T19:38:11.196" v="1450" actId="1440"/>
          <ac:picMkLst>
            <pc:docMk/>
            <pc:sldMk cId="200918779" sldId="268"/>
            <ac:picMk id="10" creationId="{BE7C66A2-86CA-9FB3-3BD9-6DA6B5D5995B}"/>
          </ac:picMkLst>
        </pc:picChg>
        <pc:picChg chg="add del mod">
          <ac:chgData name="Javier Perozo" userId="0a6371ab82c401a6" providerId="LiveId" clId="{21501839-8F38-46CB-A9F5-3ACF27F9AC94}" dt="2026-09-03T19:55:23.556" v="1532" actId="478"/>
          <ac:picMkLst>
            <pc:docMk/>
            <pc:sldMk cId="200918779" sldId="268"/>
            <ac:picMk id="12" creationId="{663FCB30-D242-73A4-8DD8-9EC2CC369C38}"/>
          </ac:picMkLst>
        </pc:picChg>
        <pc:picChg chg="add mod">
          <ac:chgData name="Javier Perozo" userId="0a6371ab82c401a6" providerId="LiveId" clId="{21501839-8F38-46CB-A9F5-3ACF27F9AC94}" dt="2026-09-03T19:55:26.508" v="1535" actId="1440"/>
          <ac:picMkLst>
            <pc:docMk/>
            <pc:sldMk cId="200918779" sldId="268"/>
            <ac:picMk id="13" creationId="{5FE7CFAF-A4D4-277E-27C1-F538D157F5F8}"/>
          </ac:picMkLst>
        </pc:picChg>
      </pc:sldChg>
      <pc:sldChg chg="addSp delSp modSp mod">
        <pc:chgData name="Javier Perozo" userId="0a6371ab82c401a6" providerId="LiveId" clId="{21501839-8F38-46CB-A9F5-3ACF27F9AC94}" dt="2026-09-03T19:54:55.923" v="1527" actId="1440"/>
        <pc:sldMkLst>
          <pc:docMk/>
          <pc:sldMk cId="2669450323" sldId="269"/>
        </pc:sldMkLst>
        <pc:spChg chg="add del">
          <ac:chgData name="Javier Perozo" userId="0a6371ab82c401a6" providerId="LiveId" clId="{21501839-8F38-46CB-A9F5-3ACF27F9AC94}" dt="2026-09-03T18:34:55.002" v="1356" actId="478"/>
          <ac:spMkLst>
            <pc:docMk/>
            <pc:sldMk cId="2669450323" sldId="269"/>
            <ac:spMk id="6" creationId="{2BFDCDE4-877E-54D1-ACEF-4546154CDD78}"/>
          </ac:spMkLst>
        </pc:spChg>
        <pc:spChg chg="add">
          <ac:chgData name="Javier Perozo" userId="0a6371ab82c401a6" providerId="LiveId" clId="{21501839-8F38-46CB-A9F5-3ACF27F9AC94}" dt="2026-09-03T18:34:55.216" v="1357" actId="22"/>
          <ac:spMkLst>
            <pc:docMk/>
            <pc:sldMk cId="2669450323" sldId="269"/>
            <ac:spMk id="7" creationId="{3CB7297A-69A4-D338-4574-AA7AE87CCAD9}"/>
          </ac:spMkLst>
        </pc:spChg>
        <pc:picChg chg="add del mod">
          <ac:chgData name="Javier Perozo" userId="0a6371ab82c401a6" providerId="LiveId" clId="{21501839-8F38-46CB-A9F5-3ACF27F9AC94}" dt="2026-09-03T19:37:31.021" v="1438" actId="478"/>
          <ac:picMkLst>
            <pc:docMk/>
            <pc:sldMk cId="2669450323" sldId="269"/>
            <ac:picMk id="9" creationId="{70DED417-87D3-666F-F457-B54AFF9227EE}"/>
          </ac:picMkLst>
        </pc:picChg>
        <pc:picChg chg="add mod">
          <ac:chgData name="Javier Perozo" userId="0a6371ab82c401a6" providerId="LiveId" clId="{21501839-8F38-46CB-A9F5-3ACF27F9AC94}" dt="2026-09-03T19:37:37.083" v="1442" actId="1440"/>
          <ac:picMkLst>
            <pc:docMk/>
            <pc:sldMk cId="2669450323" sldId="269"/>
            <ac:picMk id="10" creationId="{A6D7A47F-FFE7-98F4-FE0C-F40984B6F6DF}"/>
          </ac:picMkLst>
        </pc:picChg>
        <pc:picChg chg="add del mod">
          <ac:chgData name="Javier Perozo" userId="0a6371ab82c401a6" providerId="LiveId" clId="{21501839-8F38-46CB-A9F5-3ACF27F9AC94}" dt="2026-09-03T19:54:52.392" v="1524" actId="478"/>
          <ac:picMkLst>
            <pc:docMk/>
            <pc:sldMk cId="2669450323" sldId="269"/>
            <ac:picMk id="12" creationId="{F62DD6F7-D53B-2F03-A5EB-C39DD7DF49E8}"/>
          </ac:picMkLst>
        </pc:picChg>
        <pc:picChg chg="add mod">
          <ac:chgData name="Javier Perozo" userId="0a6371ab82c401a6" providerId="LiveId" clId="{21501839-8F38-46CB-A9F5-3ACF27F9AC94}" dt="2026-09-03T19:54:55.923" v="1527" actId="1440"/>
          <ac:picMkLst>
            <pc:docMk/>
            <pc:sldMk cId="2669450323" sldId="269"/>
            <ac:picMk id="13" creationId="{541D3135-5B9B-2873-782D-08D9329B26BE}"/>
          </ac:picMkLst>
        </pc:picChg>
      </pc:sldChg>
      <pc:sldChg chg="addSp delSp modSp mod">
        <pc:chgData name="Javier Perozo" userId="0a6371ab82c401a6" providerId="LiveId" clId="{21501839-8F38-46CB-A9F5-3ACF27F9AC94}" dt="2026-09-03T19:56:10.807" v="1538" actId="1440"/>
        <pc:sldMkLst>
          <pc:docMk/>
          <pc:sldMk cId="480774409" sldId="270"/>
        </pc:sldMkLst>
        <pc:spChg chg="add del">
          <ac:chgData name="Javier Perozo" userId="0a6371ab82c401a6" providerId="LiveId" clId="{21501839-8F38-46CB-A9F5-3ACF27F9AC94}" dt="2026-09-03T18:35:04.502" v="1362" actId="478"/>
          <ac:spMkLst>
            <pc:docMk/>
            <pc:sldMk cId="480774409" sldId="270"/>
            <ac:spMk id="6" creationId="{072C9CCD-02A8-A230-799F-5B527FB08337}"/>
          </ac:spMkLst>
        </pc:spChg>
        <pc:spChg chg="add">
          <ac:chgData name="Javier Perozo" userId="0a6371ab82c401a6" providerId="LiveId" clId="{21501839-8F38-46CB-A9F5-3ACF27F9AC94}" dt="2026-09-03T18:35:04.841" v="1363" actId="22"/>
          <ac:spMkLst>
            <pc:docMk/>
            <pc:sldMk cId="480774409" sldId="270"/>
            <ac:spMk id="7" creationId="{F28C89DF-297D-3782-798D-E04B9A049F58}"/>
          </ac:spMkLst>
        </pc:spChg>
        <pc:picChg chg="add del mod">
          <ac:chgData name="Javier Perozo" userId="0a6371ab82c401a6" providerId="LiveId" clId="{21501839-8F38-46CB-A9F5-3ACF27F9AC94}" dt="2026-09-03T19:56:08.770" v="1536" actId="478"/>
          <ac:picMkLst>
            <pc:docMk/>
            <pc:sldMk cId="480774409" sldId="270"/>
            <ac:picMk id="9" creationId="{D2743F37-BAE2-1426-BF10-BDD35DE2C3F4}"/>
          </ac:picMkLst>
        </pc:picChg>
        <pc:picChg chg="add mod">
          <ac:chgData name="Javier Perozo" userId="0a6371ab82c401a6" providerId="LiveId" clId="{21501839-8F38-46CB-A9F5-3ACF27F9AC94}" dt="2026-09-03T19:56:10.807" v="1538" actId="1440"/>
          <ac:picMkLst>
            <pc:docMk/>
            <pc:sldMk cId="480774409" sldId="270"/>
            <ac:picMk id="10" creationId="{FE606F9A-07D4-2718-DD2A-DE9B052DAD95}"/>
          </ac:picMkLst>
        </pc:picChg>
      </pc:sldChg>
      <pc:sldChg chg="addSp delSp modSp mod">
        <pc:chgData name="Javier Perozo" userId="0a6371ab82c401a6" providerId="LiveId" clId="{21501839-8F38-46CB-A9F5-3ACF27F9AC94}" dt="2026-09-03T20:03:26.609" v="1582" actId="20577"/>
        <pc:sldMkLst>
          <pc:docMk/>
          <pc:sldMk cId="2925806479" sldId="271"/>
        </pc:sldMkLst>
        <pc:spChg chg="add del">
          <ac:chgData name="Javier Perozo" userId="0a6371ab82c401a6" providerId="LiveId" clId="{21501839-8F38-46CB-A9F5-3ACF27F9AC94}" dt="2026-09-03T18:35:39.207" v="1381" actId="478"/>
          <ac:spMkLst>
            <pc:docMk/>
            <pc:sldMk cId="2925806479" sldId="271"/>
            <ac:spMk id="6" creationId="{EED7264B-3012-FE04-EA5D-EDDC205AB0A2}"/>
          </ac:spMkLst>
        </pc:spChg>
        <pc:spChg chg="add">
          <ac:chgData name="Javier Perozo" userId="0a6371ab82c401a6" providerId="LiveId" clId="{21501839-8F38-46CB-A9F5-3ACF27F9AC94}" dt="2026-09-03T18:35:39.400" v="1382" actId="22"/>
          <ac:spMkLst>
            <pc:docMk/>
            <pc:sldMk cId="2925806479" sldId="271"/>
            <ac:spMk id="8" creationId="{54FD2F91-7DB7-DF47-BF03-56D5E255EE78}"/>
          </ac:spMkLst>
        </pc:spChg>
        <pc:spChg chg="mod">
          <ac:chgData name="Javier Perozo" userId="0a6371ab82c401a6" providerId="LiveId" clId="{21501839-8F38-46CB-A9F5-3ACF27F9AC94}" dt="2026-09-03T20:03:19.581" v="1580" actId="20577"/>
          <ac:spMkLst>
            <pc:docMk/>
            <pc:sldMk cId="2925806479" sldId="271"/>
            <ac:spMk id="10" creationId="{857E7037-010B-D623-019D-5547573B7E97}"/>
          </ac:spMkLst>
        </pc:spChg>
        <pc:spChg chg="mod">
          <ac:chgData name="Javier Perozo" userId="0a6371ab82c401a6" providerId="LiveId" clId="{21501839-8F38-46CB-A9F5-3ACF27F9AC94}" dt="2026-09-03T20:03:26.609" v="1582" actId="20577"/>
          <ac:spMkLst>
            <pc:docMk/>
            <pc:sldMk cId="2925806479" sldId="271"/>
            <ac:spMk id="12" creationId="{2E9AC982-603D-7A57-5B3D-B64D88CCF95F}"/>
          </ac:spMkLst>
        </pc:spChg>
        <pc:picChg chg="add del mod">
          <ac:chgData name="Javier Perozo" userId="0a6371ab82c401a6" providerId="LiveId" clId="{21501839-8F38-46CB-A9F5-3ACF27F9AC94}" dt="2026-09-03T19:40:45.398" v="1464" actId="478"/>
          <ac:picMkLst>
            <pc:docMk/>
            <pc:sldMk cId="2925806479" sldId="271"/>
            <ac:picMk id="11" creationId="{5B0FBB4B-0195-B4EC-F25C-B0C922F5D29A}"/>
          </ac:picMkLst>
        </pc:picChg>
        <pc:picChg chg="add mod">
          <ac:chgData name="Javier Perozo" userId="0a6371ab82c401a6" providerId="LiveId" clId="{21501839-8F38-46CB-A9F5-3ACF27F9AC94}" dt="2026-09-03T19:40:49.397" v="1467" actId="1440"/>
          <ac:picMkLst>
            <pc:docMk/>
            <pc:sldMk cId="2925806479" sldId="271"/>
            <ac:picMk id="13" creationId="{0C10A051-6217-CDE5-4A14-108EAA958E17}"/>
          </ac:picMkLst>
        </pc:picChg>
      </pc:sldChg>
      <pc:sldChg chg="addSp delSp modSp mod">
        <pc:chgData name="Javier Perozo" userId="0a6371ab82c401a6" providerId="LiveId" clId="{21501839-8F38-46CB-A9F5-3ACF27F9AC94}" dt="2026-09-03T20:08:15.495" v="1621" actId="1440"/>
        <pc:sldMkLst>
          <pc:docMk/>
          <pc:sldMk cId="1820239727" sldId="272"/>
        </pc:sldMkLst>
        <pc:spChg chg="add del">
          <ac:chgData name="Javier Perozo" userId="0a6371ab82c401a6" providerId="LiveId" clId="{21501839-8F38-46CB-A9F5-3ACF27F9AC94}" dt="2026-09-03T18:35:56.982" v="1393" actId="478"/>
          <ac:spMkLst>
            <pc:docMk/>
            <pc:sldMk cId="1820239727" sldId="272"/>
            <ac:spMk id="6" creationId="{99424BDC-DEA7-21FF-6670-FA54BCC0853B}"/>
          </ac:spMkLst>
        </pc:spChg>
        <pc:spChg chg="add">
          <ac:chgData name="Javier Perozo" userId="0a6371ab82c401a6" providerId="LiveId" clId="{21501839-8F38-46CB-A9F5-3ACF27F9AC94}" dt="2026-09-03T18:35:57.090" v="1394" actId="22"/>
          <ac:spMkLst>
            <pc:docMk/>
            <pc:sldMk cId="1820239727" sldId="272"/>
            <ac:spMk id="7" creationId="{4BAFCD32-B073-81D8-A889-E08AA0AD42EA}"/>
          </ac:spMkLst>
        </pc:spChg>
        <pc:picChg chg="mod">
          <ac:chgData name="Javier Perozo" userId="0a6371ab82c401a6" providerId="LiveId" clId="{21501839-8F38-46CB-A9F5-3ACF27F9AC94}" dt="2026-08-06T16:21:12.489" v="1317" actId="1036"/>
          <ac:picMkLst>
            <pc:docMk/>
            <pc:sldMk cId="1820239727" sldId="272"/>
            <ac:picMk id="9" creationId="{589F397B-5622-9737-7F93-C41554471181}"/>
          </ac:picMkLst>
        </pc:picChg>
        <pc:picChg chg="mod">
          <ac:chgData name="Javier Perozo" userId="0a6371ab82c401a6" providerId="LiveId" clId="{21501839-8F38-46CB-A9F5-3ACF27F9AC94}" dt="2026-08-06T16:21:12.489" v="1317" actId="1036"/>
          <ac:picMkLst>
            <pc:docMk/>
            <pc:sldMk cId="1820239727" sldId="272"/>
            <ac:picMk id="10" creationId="{3554E5CE-EC7B-BB4C-0EEC-6680044635D6}"/>
          </ac:picMkLst>
        </pc:picChg>
        <pc:picChg chg="add mod">
          <ac:chgData name="Javier Perozo" userId="0a6371ab82c401a6" providerId="LiveId" clId="{21501839-8F38-46CB-A9F5-3ACF27F9AC94}" dt="2026-08-06T16:21:15.913" v="1329" actId="1036"/>
          <ac:picMkLst>
            <pc:docMk/>
            <pc:sldMk cId="1820239727" sldId="272"/>
            <ac:picMk id="11" creationId="{5E434C55-F7E7-346C-5438-873577F2D35C}"/>
          </ac:picMkLst>
        </pc:picChg>
        <pc:picChg chg="add mod">
          <ac:chgData name="Javier Perozo" userId="0a6371ab82c401a6" providerId="LiveId" clId="{21501839-8F38-46CB-A9F5-3ACF27F9AC94}" dt="2026-09-03T20:08:00.241" v="1615" actId="1440"/>
          <ac:picMkLst>
            <pc:docMk/>
            <pc:sldMk cId="1820239727" sldId="272"/>
            <ac:picMk id="12" creationId="{8D7BAB98-4C90-59B6-47BD-C0EF501B6CBF}"/>
          </ac:picMkLst>
        </pc:picChg>
        <pc:picChg chg="add mod">
          <ac:chgData name="Javier Perozo" userId="0a6371ab82c401a6" providerId="LiveId" clId="{21501839-8F38-46CB-A9F5-3ACF27F9AC94}" dt="2026-09-03T20:08:15.495" v="1621" actId="1440"/>
          <ac:picMkLst>
            <pc:docMk/>
            <pc:sldMk cId="1820239727" sldId="272"/>
            <ac:picMk id="14" creationId="{C9A70B51-7A42-A11E-43DF-4DF038BACD32}"/>
          </ac:picMkLst>
        </pc:picChg>
        <pc:picChg chg="add del mod">
          <ac:chgData name="Javier Perozo" userId="0a6371ab82c401a6" providerId="LiveId" clId="{21501839-8F38-46CB-A9F5-3ACF27F9AC94}" dt="2026-09-03T20:08:07.882" v="1616" actId="478"/>
          <ac:picMkLst>
            <pc:docMk/>
            <pc:sldMk cId="1820239727" sldId="272"/>
            <ac:picMk id="16" creationId="{B5662A44-2A51-FAFE-EB20-46A96AB949D9}"/>
          </ac:picMkLst>
        </pc:picChg>
        <pc:picChg chg="add del mod">
          <ac:chgData name="Javier Perozo" userId="0a6371ab82c401a6" providerId="LiveId" clId="{21501839-8F38-46CB-A9F5-3ACF27F9AC94}" dt="2026-09-03T20:07:52.850" v="1609" actId="478"/>
          <ac:picMkLst>
            <pc:docMk/>
            <pc:sldMk cId="1820239727" sldId="272"/>
            <ac:picMk id="18" creationId="{09020ABC-5E99-6E98-AD8F-E657BCBD9154}"/>
          </ac:picMkLst>
        </pc:picChg>
      </pc:sldChg>
      <pc:sldChg chg="addSp delSp modSp mod">
        <pc:chgData name="Javier Perozo" userId="0a6371ab82c401a6" providerId="LiveId" clId="{21501839-8F38-46CB-A9F5-3ACF27F9AC94}" dt="2026-09-03T20:03:34.472" v="1584" actId="20577"/>
        <pc:sldMkLst>
          <pc:docMk/>
          <pc:sldMk cId="3790175564" sldId="274"/>
        </pc:sldMkLst>
        <pc:spChg chg="add del">
          <ac:chgData name="Javier Perozo" userId="0a6371ab82c401a6" providerId="LiveId" clId="{21501839-8F38-46CB-A9F5-3ACF27F9AC94}" dt="2026-09-03T18:35:42.936" v="1383" actId="478"/>
          <ac:spMkLst>
            <pc:docMk/>
            <pc:sldMk cId="3790175564" sldId="274"/>
            <ac:spMk id="7" creationId="{2A276AAA-2EFC-77DF-BB7C-7ED60522F6A5}"/>
          </ac:spMkLst>
        </pc:spChg>
        <pc:spChg chg="add">
          <ac:chgData name="Javier Perozo" userId="0a6371ab82c401a6" providerId="LiveId" clId="{21501839-8F38-46CB-A9F5-3ACF27F9AC94}" dt="2026-09-03T18:35:43.113" v="1384" actId="22"/>
          <ac:spMkLst>
            <pc:docMk/>
            <pc:sldMk cId="3790175564" sldId="274"/>
            <ac:spMk id="8" creationId="{5484ADD4-7020-7BB1-59AE-CD801415721B}"/>
          </ac:spMkLst>
        </pc:spChg>
        <pc:spChg chg="mod">
          <ac:chgData name="Javier Perozo" userId="0a6371ab82c401a6" providerId="LiveId" clId="{21501839-8F38-46CB-A9F5-3ACF27F9AC94}" dt="2026-09-03T20:03:34.472" v="1584" actId="20577"/>
          <ac:spMkLst>
            <pc:docMk/>
            <pc:sldMk cId="3790175564" sldId="274"/>
            <ac:spMk id="10" creationId="{21015FE5-C60B-98C8-EEFF-3747A85772AF}"/>
          </ac:spMkLst>
        </pc:spChg>
        <pc:picChg chg="add del mod">
          <ac:chgData name="Javier Perozo" userId="0a6371ab82c401a6" providerId="LiveId" clId="{21501839-8F38-46CB-A9F5-3ACF27F9AC94}" dt="2026-09-03T19:41:02.336" v="1468" actId="478"/>
          <ac:picMkLst>
            <pc:docMk/>
            <pc:sldMk cId="3790175564" sldId="274"/>
            <ac:picMk id="14" creationId="{BDCFFE14-9BD0-C610-D400-D7D87BBB6D0E}"/>
          </ac:picMkLst>
        </pc:picChg>
        <pc:picChg chg="add mod">
          <ac:chgData name="Javier Perozo" userId="0a6371ab82c401a6" providerId="LiveId" clId="{21501839-8F38-46CB-A9F5-3ACF27F9AC94}" dt="2026-09-03T19:41:06.974" v="1471" actId="1440"/>
          <ac:picMkLst>
            <pc:docMk/>
            <pc:sldMk cId="3790175564" sldId="274"/>
            <ac:picMk id="15" creationId="{EB143978-E1CB-A471-0B4E-1BDB4D5528FB}"/>
          </ac:picMkLst>
        </pc:picChg>
      </pc:sldChg>
      <pc:sldChg chg="addSp delSp modSp mod">
        <pc:chgData name="Javier Perozo" userId="0a6371ab82c401a6" providerId="LiveId" clId="{21501839-8F38-46CB-A9F5-3ACF27F9AC94}" dt="2026-09-03T20:06:38.101" v="1608" actId="1440"/>
        <pc:sldMkLst>
          <pc:docMk/>
          <pc:sldMk cId="1157262488" sldId="276"/>
        </pc:sldMkLst>
        <pc:spChg chg="add del">
          <ac:chgData name="Javier Perozo" userId="0a6371ab82c401a6" providerId="LiveId" clId="{21501839-8F38-46CB-A9F5-3ACF27F9AC94}" dt="2026-09-03T18:35:54.535" v="1391" actId="478"/>
          <ac:spMkLst>
            <pc:docMk/>
            <pc:sldMk cId="1157262488" sldId="276"/>
            <ac:spMk id="5" creationId="{8E96267C-D0FF-B060-8C4B-8D67AB04C513}"/>
          </ac:spMkLst>
        </pc:spChg>
        <pc:spChg chg="add">
          <ac:chgData name="Javier Perozo" userId="0a6371ab82c401a6" providerId="LiveId" clId="{21501839-8F38-46CB-A9F5-3ACF27F9AC94}" dt="2026-09-03T18:35:54.634" v="1392" actId="22"/>
          <ac:spMkLst>
            <pc:docMk/>
            <pc:sldMk cId="1157262488" sldId="276"/>
            <ac:spMk id="6" creationId="{9E2CBAB3-FDB1-285E-BC3F-E92618ED31D9}"/>
          </ac:spMkLst>
        </pc:spChg>
        <pc:picChg chg="add mod">
          <ac:chgData name="Javier Perozo" userId="0a6371ab82c401a6" providerId="LiveId" clId="{21501839-8F38-46CB-A9F5-3ACF27F9AC94}" dt="2026-09-03T20:06:38.101" v="1608" actId="1440"/>
          <ac:picMkLst>
            <pc:docMk/>
            <pc:sldMk cId="1157262488" sldId="276"/>
            <ac:picMk id="9" creationId="{51ECC0E3-95B0-7664-3BDC-539EAF414328}"/>
          </ac:picMkLst>
        </pc:picChg>
        <pc:picChg chg="add del mod">
          <ac:chgData name="Javier Perozo" userId="0a6371ab82c401a6" providerId="LiveId" clId="{21501839-8F38-46CB-A9F5-3ACF27F9AC94}" dt="2026-09-03T20:06:31.387" v="1603" actId="478"/>
          <ac:picMkLst>
            <pc:docMk/>
            <pc:sldMk cId="1157262488" sldId="276"/>
            <ac:picMk id="12" creationId="{2562C7B8-0280-75A3-FB3F-2CDA0A9BBF0C}"/>
          </ac:picMkLst>
        </pc:picChg>
      </pc:sldChg>
      <pc:sldChg chg="addSp delSp modSp mod">
        <pc:chgData name="Javier Perozo" userId="0a6371ab82c401a6" providerId="LiveId" clId="{21501839-8F38-46CB-A9F5-3ACF27F9AC94}" dt="2026-09-03T20:03:56.956" v="1597" actId="20577"/>
        <pc:sldMkLst>
          <pc:docMk/>
          <pc:sldMk cId="2237316349" sldId="278"/>
        </pc:sldMkLst>
        <pc:spChg chg="mod">
          <ac:chgData name="Javier Perozo" userId="0a6371ab82c401a6" providerId="LiveId" clId="{21501839-8F38-46CB-A9F5-3ACF27F9AC94}" dt="2026-09-03T20:03:43.842" v="1586" actId="20577"/>
          <ac:spMkLst>
            <pc:docMk/>
            <pc:sldMk cId="2237316349" sldId="278"/>
            <ac:spMk id="10" creationId="{D2059A5E-BB6B-7CF6-C068-C8F07B313F60}"/>
          </ac:spMkLst>
        </pc:spChg>
        <pc:spChg chg="add del">
          <ac:chgData name="Javier Perozo" userId="0a6371ab82c401a6" providerId="LiveId" clId="{21501839-8F38-46CB-A9F5-3ACF27F9AC94}" dt="2026-09-03T18:35:45.917" v="1385" actId="478"/>
          <ac:spMkLst>
            <pc:docMk/>
            <pc:sldMk cId="2237316349" sldId="278"/>
            <ac:spMk id="11" creationId="{33ACBA13-451B-59BF-7717-666A7137B647}"/>
          </ac:spMkLst>
        </pc:spChg>
        <pc:spChg chg="mod">
          <ac:chgData name="Javier Perozo" userId="0a6371ab82c401a6" providerId="LiveId" clId="{21501839-8F38-46CB-A9F5-3ACF27F9AC94}" dt="2026-09-03T20:03:47.674" v="1591" actId="20577"/>
          <ac:spMkLst>
            <pc:docMk/>
            <pc:sldMk cId="2237316349" sldId="278"/>
            <ac:spMk id="12" creationId="{2866C18A-5335-DB6D-D9E9-65ACC938B1F0}"/>
          </ac:spMkLst>
        </pc:spChg>
        <pc:spChg chg="mod">
          <ac:chgData name="Javier Perozo" userId="0a6371ab82c401a6" providerId="LiveId" clId="{21501839-8F38-46CB-A9F5-3ACF27F9AC94}" dt="2026-08-05T13:36:59.175" v="648" actId="20577"/>
          <ac:spMkLst>
            <pc:docMk/>
            <pc:sldMk cId="2237316349" sldId="278"/>
            <ac:spMk id="13" creationId="{EA8219D6-4615-FC83-7E87-8E3627961401}"/>
          </ac:spMkLst>
        </pc:spChg>
        <pc:spChg chg="mod">
          <ac:chgData name="Javier Perozo" userId="0a6371ab82c401a6" providerId="LiveId" clId="{21501839-8F38-46CB-A9F5-3ACF27F9AC94}" dt="2026-09-03T20:03:53.578" v="1595" actId="20577"/>
          <ac:spMkLst>
            <pc:docMk/>
            <pc:sldMk cId="2237316349" sldId="278"/>
            <ac:spMk id="14" creationId="{6D584768-6671-4291-505D-2A89F9FFF5C4}"/>
          </ac:spMkLst>
        </pc:spChg>
        <pc:spChg chg="mod">
          <ac:chgData name="Javier Perozo" userId="0a6371ab82c401a6" providerId="LiveId" clId="{21501839-8F38-46CB-A9F5-3ACF27F9AC94}" dt="2026-09-03T20:03:56.956" v="1597" actId="20577"/>
          <ac:spMkLst>
            <pc:docMk/>
            <pc:sldMk cId="2237316349" sldId="278"/>
            <ac:spMk id="15" creationId="{C7B0CD01-E0E0-C53D-7B6C-291CD32C9262}"/>
          </ac:spMkLst>
        </pc:spChg>
        <pc:spChg chg="add">
          <ac:chgData name="Javier Perozo" userId="0a6371ab82c401a6" providerId="LiveId" clId="{21501839-8F38-46CB-A9F5-3ACF27F9AC94}" dt="2026-09-03T18:35:46.070" v="1386" actId="22"/>
          <ac:spMkLst>
            <pc:docMk/>
            <pc:sldMk cId="2237316349" sldId="278"/>
            <ac:spMk id="16" creationId="{E509EE00-8443-2E21-B4D3-F4CE7CA60049}"/>
          </ac:spMkLst>
        </pc:spChg>
        <pc:picChg chg="add del mod">
          <ac:chgData name="Javier Perozo" userId="0a6371ab82c401a6" providerId="LiveId" clId="{21501839-8F38-46CB-A9F5-3ACF27F9AC94}" dt="2026-09-03T19:41:20.098" v="1472" actId="478"/>
          <ac:picMkLst>
            <pc:docMk/>
            <pc:sldMk cId="2237316349" sldId="278"/>
            <ac:picMk id="18" creationId="{0B76C48A-1B37-B6AB-E2D0-DCC02665556F}"/>
          </ac:picMkLst>
        </pc:picChg>
        <pc:picChg chg="add mod">
          <ac:chgData name="Javier Perozo" userId="0a6371ab82c401a6" providerId="LiveId" clId="{21501839-8F38-46CB-A9F5-3ACF27F9AC94}" dt="2026-09-03T19:41:24.066" v="1475" actId="1440"/>
          <ac:picMkLst>
            <pc:docMk/>
            <pc:sldMk cId="2237316349" sldId="278"/>
            <ac:picMk id="20" creationId="{C4714EA5-B126-6278-AA92-2F929B310210}"/>
          </ac:picMkLst>
        </pc:picChg>
      </pc:sldChg>
      <pc:sldChg chg="addSp delSp modSp mod">
        <pc:chgData name="Javier Perozo" userId="0a6371ab82c401a6" providerId="LiveId" clId="{21501839-8F38-46CB-A9F5-3ACF27F9AC94}" dt="2026-09-03T19:43:25.241" v="1485" actId="1440"/>
        <pc:sldMkLst>
          <pc:docMk/>
          <pc:sldMk cId="691021878" sldId="547"/>
        </pc:sldMkLst>
        <pc:spChg chg="add del mod">
          <ac:chgData name="Javier Perozo" userId="0a6371ab82c401a6" providerId="LiveId" clId="{21501839-8F38-46CB-A9F5-3ACF27F9AC94}" dt="2026-09-03T18:36:03.145" v="1398" actId="478"/>
          <ac:spMkLst>
            <pc:docMk/>
            <pc:sldMk cId="691021878" sldId="547"/>
            <ac:spMk id="3" creationId="{C00806B7-95F4-1DC9-DA29-E5E76C50BD55}"/>
          </ac:spMkLst>
        </pc:spChg>
        <pc:spChg chg="add del">
          <ac:chgData name="Javier Perozo" userId="0a6371ab82c401a6" providerId="LiveId" clId="{21501839-8F38-46CB-A9F5-3ACF27F9AC94}" dt="2026-09-03T18:36:02.190" v="1397" actId="22"/>
          <ac:spMkLst>
            <pc:docMk/>
            <pc:sldMk cId="691021878" sldId="547"/>
            <ac:spMk id="4" creationId="{2F8D6993-2993-E2F3-14D5-007A938216DE}"/>
          </ac:spMkLst>
        </pc:spChg>
        <pc:spChg chg="add">
          <ac:chgData name="Javier Perozo" userId="0a6371ab82c401a6" providerId="LiveId" clId="{21501839-8F38-46CB-A9F5-3ACF27F9AC94}" dt="2026-09-03T18:36:03.384" v="1399" actId="22"/>
          <ac:spMkLst>
            <pc:docMk/>
            <pc:sldMk cId="691021878" sldId="547"/>
            <ac:spMk id="7" creationId="{E0A8CC67-6A26-73AE-6038-53573112AEE9}"/>
          </ac:spMkLst>
        </pc:spChg>
        <pc:picChg chg="add del mod">
          <ac:chgData name="Javier Perozo" userId="0a6371ab82c401a6" providerId="LiveId" clId="{21501839-8F38-46CB-A9F5-3ACF27F9AC94}" dt="2026-09-03T19:43:22.435" v="1483" actId="478"/>
          <ac:picMkLst>
            <pc:docMk/>
            <pc:sldMk cId="691021878" sldId="547"/>
            <ac:picMk id="6" creationId="{ABAE6803-6A5F-FD48-6509-DD4BB8D20952}"/>
          </ac:picMkLst>
        </pc:picChg>
        <pc:picChg chg="add mod">
          <ac:chgData name="Javier Perozo" userId="0a6371ab82c401a6" providerId="LiveId" clId="{21501839-8F38-46CB-A9F5-3ACF27F9AC94}" dt="2026-09-03T19:43:25.241" v="1485" actId="1440"/>
          <ac:picMkLst>
            <pc:docMk/>
            <pc:sldMk cId="691021878" sldId="547"/>
            <ac:picMk id="9" creationId="{60EF675C-91F4-8279-4EA3-461C36FEBBEB}"/>
          </ac:picMkLst>
        </pc:picChg>
      </pc:sldChg>
      <pc:sldChg chg="addSp delSp modSp mod">
        <pc:chgData name="Javier Perozo" userId="0a6371ab82c401a6" providerId="LiveId" clId="{21501839-8F38-46CB-A9F5-3ACF27F9AC94}" dt="2026-09-03T18:36:11.501" v="1405" actId="22"/>
        <pc:sldMkLst>
          <pc:docMk/>
          <pc:sldMk cId="4102402593" sldId="561"/>
        </pc:sldMkLst>
        <pc:spChg chg="add del">
          <ac:chgData name="Javier Perozo" userId="0a6371ab82c401a6" providerId="LiveId" clId="{21501839-8F38-46CB-A9F5-3ACF27F9AC94}" dt="2026-09-03T18:36:11.393" v="1404" actId="478"/>
          <ac:spMkLst>
            <pc:docMk/>
            <pc:sldMk cId="4102402593" sldId="561"/>
            <ac:spMk id="6" creationId="{6C22D9C8-F076-4159-537F-FCF0539522E4}"/>
          </ac:spMkLst>
        </pc:spChg>
        <pc:spChg chg="add">
          <ac:chgData name="Javier Perozo" userId="0a6371ab82c401a6" providerId="LiveId" clId="{21501839-8F38-46CB-A9F5-3ACF27F9AC94}" dt="2026-09-03T18:36:11.501" v="1405" actId="22"/>
          <ac:spMkLst>
            <pc:docMk/>
            <pc:sldMk cId="4102402593" sldId="561"/>
            <ac:spMk id="7" creationId="{F458DF96-93E6-2942-B78F-194C3EC78521}"/>
          </ac:spMkLst>
        </pc:spChg>
        <pc:picChg chg="add mod">
          <ac:chgData name="Javier Perozo" userId="0a6371ab82c401a6" providerId="LiveId" clId="{21501839-8F38-46CB-A9F5-3ACF27F9AC94}" dt="2026-08-05T16:11:09.873" v="821" actId="1076"/>
          <ac:picMkLst>
            <pc:docMk/>
            <pc:sldMk cId="4102402593" sldId="561"/>
            <ac:picMk id="9" creationId="{C3D0FC81-D180-64B7-64D9-6E30A4598A49}"/>
          </ac:picMkLst>
        </pc:picChg>
      </pc:sldChg>
      <pc:sldChg chg="addSp delSp modSp mod">
        <pc:chgData name="Javier Perozo" userId="0a6371ab82c401a6" providerId="LiveId" clId="{21501839-8F38-46CB-A9F5-3ACF27F9AC94}" dt="2026-09-03T19:44:01.590" v="1493" actId="1440"/>
        <pc:sldMkLst>
          <pc:docMk/>
          <pc:sldMk cId="834884762" sldId="575"/>
        </pc:sldMkLst>
        <pc:spChg chg="add del">
          <ac:chgData name="Javier Perozo" userId="0a6371ab82c401a6" providerId="LiveId" clId="{21501839-8F38-46CB-A9F5-3ACF27F9AC94}" dt="2026-09-03T18:36:06.069" v="1400" actId="478"/>
          <ac:spMkLst>
            <pc:docMk/>
            <pc:sldMk cId="834884762" sldId="575"/>
            <ac:spMk id="4" creationId="{90AC0574-1FD0-655F-B9EB-F0F151748B78}"/>
          </ac:spMkLst>
        </pc:spChg>
        <pc:spChg chg="add">
          <ac:chgData name="Javier Perozo" userId="0a6371ab82c401a6" providerId="LiveId" clId="{21501839-8F38-46CB-A9F5-3ACF27F9AC94}" dt="2026-09-03T18:36:06.185" v="1401" actId="22"/>
          <ac:spMkLst>
            <pc:docMk/>
            <pc:sldMk cId="834884762" sldId="575"/>
            <ac:spMk id="5" creationId="{0AC84E57-9143-F2CD-1AF5-CC9CBF6AC9CB}"/>
          </ac:spMkLst>
        </pc:spChg>
        <pc:picChg chg="add del mod">
          <ac:chgData name="Javier Perozo" userId="0a6371ab82c401a6" providerId="LiveId" clId="{21501839-8F38-46CB-A9F5-3ACF27F9AC94}" dt="2026-09-03T19:43:47.413" v="1486" actId="478"/>
          <ac:picMkLst>
            <pc:docMk/>
            <pc:sldMk cId="834884762" sldId="575"/>
            <ac:picMk id="7" creationId="{253DF9C6-C3A9-3944-1476-E3860B201F3C}"/>
          </ac:picMkLst>
        </pc:picChg>
        <pc:picChg chg="add mod">
          <ac:chgData name="Javier Perozo" userId="0a6371ab82c401a6" providerId="LiveId" clId="{21501839-8F38-46CB-A9F5-3ACF27F9AC94}" dt="2026-09-03T19:43:51.072" v="1489" actId="1440"/>
          <ac:picMkLst>
            <pc:docMk/>
            <pc:sldMk cId="834884762" sldId="575"/>
            <ac:picMk id="8" creationId="{30930764-A70D-9886-7688-0115D0AE07DA}"/>
          </ac:picMkLst>
        </pc:picChg>
        <pc:picChg chg="add del mod">
          <ac:chgData name="Javier Perozo" userId="0a6371ab82c401a6" providerId="LiveId" clId="{21501839-8F38-46CB-A9F5-3ACF27F9AC94}" dt="2026-09-03T19:43:52.107" v="1490" actId="478"/>
          <ac:picMkLst>
            <pc:docMk/>
            <pc:sldMk cId="834884762" sldId="575"/>
            <ac:picMk id="10" creationId="{9ECED0AA-E2F6-57AD-F3CC-8C748523D481}"/>
          </ac:picMkLst>
        </pc:picChg>
        <pc:picChg chg="add mod">
          <ac:chgData name="Javier Perozo" userId="0a6371ab82c401a6" providerId="LiveId" clId="{21501839-8F38-46CB-A9F5-3ACF27F9AC94}" dt="2026-09-03T19:44:01.590" v="1493" actId="1440"/>
          <ac:picMkLst>
            <pc:docMk/>
            <pc:sldMk cId="834884762" sldId="575"/>
            <ac:picMk id="11" creationId="{F6EEBF33-79F5-18DB-AD73-789AEF6CC4DD}"/>
          </ac:picMkLst>
        </pc:picChg>
      </pc:sldChg>
      <pc:sldChg chg="addSp delSp modSp mod">
        <pc:chgData name="Javier Perozo" userId="0a6371ab82c401a6" providerId="LiveId" clId="{21501839-8F38-46CB-A9F5-3ACF27F9AC94}" dt="2026-09-03T19:44:28.171" v="1502" actId="1440"/>
        <pc:sldMkLst>
          <pc:docMk/>
          <pc:sldMk cId="1337477320" sldId="576"/>
        </pc:sldMkLst>
        <pc:spChg chg="add del">
          <ac:chgData name="Javier Perozo" userId="0a6371ab82c401a6" providerId="LiveId" clId="{21501839-8F38-46CB-A9F5-3ACF27F9AC94}" dt="2026-09-03T18:36:08.512" v="1402" actId="478"/>
          <ac:spMkLst>
            <pc:docMk/>
            <pc:sldMk cId="1337477320" sldId="576"/>
            <ac:spMk id="3" creationId="{909CC4EC-AAB6-13BE-D2AE-EBBA31648CAA}"/>
          </ac:spMkLst>
        </pc:spChg>
        <pc:spChg chg="add">
          <ac:chgData name="Javier Perozo" userId="0a6371ab82c401a6" providerId="LiveId" clId="{21501839-8F38-46CB-A9F5-3ACF27F9AC94}" dt="2026-09-03T18:36:08.615" v="1403" actId="22"/>
          <ac:spMkLst>
            <pc:docMk/>
            <pc:sldMk cId="1337477320" sldId="576"/>
            <ac:spMk id="4" creationId="{8FB0E36D-71ED-C84D-60F3-6A35FC661E4B}"/>
          </ac:spMkLst>
        </pc:spChg>
        <pc:picChg chg="add del mod">
          <ac:chgData name="Javier Perozo" userId="0a6371ab82c401a6" providerId="LiveId" clId="{21501839-8F38-46CB-A9F5-3ACF27F9AC94}" dt="2026-09-03T19:44:10.435" v="1494" actId="478"/>
          <ac:picMkLst>
            <pc:docMk/>
            <pc:sldMk cId="1337477320" sldId="576"/>
            <ac:picMk id="7" creationId="{0E4BD40F-B223-0DFB-8A12-76251E5D7393}"/>
          </ac:picMkLst>
        </pc:picChg>
        <pc:picChg chg="add mod">
          <ac:chgData name="Javier Perozo" userId="0a6371ab82c401a6" providerId="LiveId" clId="{21501839-8F38-46CB-A9F5-3ACF27F9AC94}" dt="2026-09-03T19:44:15.059" v="1498" actId="1440"/>
          <ac:picMkLst>
            <pc:docMk/>
            <pc:sldMk cId="1337477320" sldId="576"/>
            <ac:picMk id="8" creationId="{9D73731F-291E-6D43-B19B-A93035223022}"/>
          </ac:picMkLst>
        </pc:picChg>
        <pc:picChg chg="add del mod">
          <ac:chgData name="Javier Perozo" userId="0a6371ab82c401a6" providerId="LiveId" clId="{21501839-8F38-46CB-A9F5-3ACF27F9AC94}" dt="2026-09-03T19:44:22.745" v="1499" actId="478"/>
          <ac:picMkLst>
            <pc:docMk/>
            <pc:sldMk cId="1337477320" sldId="576"/>
            <ac:picMk id="10" creationId="{924981A6-FAF2-0EB9-E67C-E7669BF71E31}"/>
          </ac:picMkLst>
        </pc:picChg>
        <pc:picChg chg="add mod">
          <ac:chgData name="Javier Perozo" userId="0a6371ab82c401a6" providerId="LiveId" clId="{21501839-8F38-46CB-A9F5-3ACF27F9AC94}" dt="2026-09-03T19:44:28.171" v="1502" actId="1440"/>
          <ac:picMkLst>
            <pc:docMk/>
            <pc:sldMk cId="1337477320" sldId="576"/>
            <ac:picMk id="11" creationId="{A289A0E5-8D9A-51C1-602D-2163F0DF8621}"/>
          </ac:picMkLst>
        </pc:picChg>
      </pc:sldChg>
      <pc:sldChg chg="addSp delSp modSp mod ord">
        <pc:chgData name="Javier Perozo" userId="0a6371ab82c401a6" providerId="LiveId" clId="{21501839-8F38-46CB-A9F5-3ACF27F9AC94}" dt="2026-09-03T18:36:14.756" v="1407" actId="22"/>
        <pc:sldMkLst>
          <pc:docMk/>
          <pc:sldMk cId="1282713372" sldId="590"/>
        </pc:sldMkLst>
        <pc:spChg chg="add">
          <ac:chgData name="Javier Perozo" userId="0a6371ab82c401a6" providerId="LiveId" clId="{21501839-8F38-46CB-A9F5-3ACF27F9AC94}" dt="2026-09-03T18:36:14.756" v="1407" actId="22"/>
          <ac:spMkLst>
            <pc:docMk/>
            <pc:sldMk cId="1282713372" sldId="590"/>
            <ac:spMk id="7" creationId="{7F7705E9-AEE5-DD8C-5BE4-10C4A888C9BF}"/>
          </ac:spMkLst>
        </pc:spChg>
        <pc:spChg chg="add del">
          <ac:chgData name="Javier Perozo" userId="0a6371ab82c401a6" providerId="LiveId" clId="{21501839-8F38-46CB-A9F5-3ACF27F9AC94}" dt="2026-09-03T18:36:14.676" v="1406" actId="478"/>
          <ac:spMkLst>
            <pc:docMk/>
            <pc:sldMk cId="1282713372" sldId="590"/>
            <ac:spMk id="10" creationId="{2F553896-CB81-1A73-566F-B9C06AEE1689}"/>
          </ac:spMkLst>
        </pc:spChg>
        <pc:picChg chg="mod">
          <ac:chgData name="Javier Perozo" userId="0a6371ab82c401a6" providerId="LiveId" clId="{21501839-8F38-46CB-A9F5-3ACF27F9AC94}" dt="2026-08-05T16:50:59.540" v="833" actId="1076"/>
          <ac:picMkLst>
            <pc:docMk/>
            <pc:sldMk cId="1282713372" sldId="590"/>
            <ac:picMk id="3" creationId="{01020483-2E49-75C7-8341-A5BE57A72102}"/>
          </ac:picMkLst>
        </pc:picChg>
      </pc:sldChg>
      <pc:sldChg chg="modSp mod">
        <pc:chgData name="Javier Perozo" userId="0a6371ab82c401a6" providerId="LiveId" clId="{21501839-8F38-46CB-A9F5-3ACF27F9AC94}" dt="2026-08-05T14:47:33.481" v="769" actId="1440"/>
        <pc:sldMkLst>
          <pc:docMk/>
          <pc:sldMk cId="2266179142" sldId="598"/>
        </pc:sldMkLst>
      </pc:sldChg>
      <pc:sldChg chg="addSp delSp modSp mod">
        <pc:chgData name="Javier Perozo" userId="0a6371ab82c401a6" providerId="LiveId" clId="{21501839-8F38-46CB-A9F5-3ACF27F9AC94}" dt="2026-09-03T19:52:59.336" v="1518" actId="1440"/>
        <pc:sldMkLst>
          <pc:docMk/>
          <pc:sldMk cId="945608701" sldId="600"/>
        </pc:sldMkLst>
        <pc:spChg chg="add del">
          <ac:chgData name="Javier Perozo" userId="0a6371ab82c401a6" providerId="LiveId" clId="{21501839-8F38-46CB-A9F5-3ACF27F9AC94}" dt="2026-09-03T18:34:45.877" v="1350" actId="478"/>
          <ac:spMkLst>
            <pc:docMk/>
            <pc:sldMk cId="945608701" sldId="600"/>
            <ac:spMk id="5" creationId="{5E18CEDB-E324-D710-DF8A-9327EE18ED13}"/>
          </ac:spMkLst>
        </pc:spChg>
        <pc:spChg chg="add">
          <ac:chgData name="Javier Perozo" userId="0a6371ab82c401a6" providerId="LiveId" clId="{21501839-8F38-46CB-A9F5-3ACF27F9AC94}" dt="2026-09-03T18:34:46.056" v="1351" actId="22"/>
          <ac:spMkLst>
            <pc:docMk/>
            <pc:sldMk cId="945608701" sldId="600"/>
            <ac:spMk id="6" creationId="{53570600-634D-6DFA-0F28-37359672D64D}"/>
          </ac:spMkLst>
        </pc:spChg>
        <pc:picChg chg="add del mod">
          <ac:chgData name="Javier Perozo" userId="0a6371ab82c401a6" providerId="LiveId" clId="{21501839-8F38-46CB-A9F5-3ACF27F9AC94}" dt="2026-09-03T19:05:40.841" v="1423" actId="478"/>
          <ac:picMkLst>
            <pc:docMk/>
            <pc:sldMk cId="945608701" sldId="600"/>
            <ac:picMk id="9" creationId="{F7C16DD3-78C9-5F68-8010-9247CB4D05B0}"/>
          </ac:picMkLst>
        </pc:picChg>
        <pc:picChg chg="add mod">
          <ac:chgData name="Javier Perozo" userId="0a6371ab82c401a6" providerId="LiveId" clId="{21501839-8F38-46CB-A9F5-3ACF27F9AC94}" dt="2026-09-03T19:05:46.274" v="1426" actId="1440"/>
          <ac:picMkLst>
            <pc:docMk/>
            <pc:sldMk cId="945608701" sldId="600"/>
            <ac:picMk id="10" creationId="{7F3B15EF-F8DE-C5D5-07CC-35A0502F02ED}"/>
          </ac:picMkLst>
        </pc:picChg>
        <pc:picChg chg="add mod">
          <ac:chgData name="Javier Perozo" userId="0a6371ab82c401a6" providerId="LiveId" clId="{21501839-8F38-46CB-A9F5-3ACF27F9AC94}" dt="2026-09-03T19:52:59.336" v="1518" actId="1440"/>
          <ac:picMkLst>
            <pc:docMk/>
            <pc:sldMk cId="945608701" sldId="600"/>
            <ac:picMk id="12" creationId="{FAD54D27-0208-1241-4776-CA90AB466321}"/>
          </ac:picMkLst>
        </pc:picChg>
        <pc:picChg chg="add del mod">
          <ac:chgData name="Javier Perozo" userId="0a6371ab82c401a6" providerId="LiveId" clId="{21501839-8F38-46CB-A9F5-3ACF27F9AC94}" dt="2026-09-03T19:52:56.579" v="1515" actId="478"/>
          <ac:picMkLst>
            <pc:docMk/>
            <pc:sldMk cId="945608701" sldId="600"/>
            <ac:picMk id="15" creationId="{48349EDC-8901-F164-FD69-9A1A56FB4DFA}"/>
          </ac:picMkLst>
        </pc:picChg>
      </pc:sldChg>
      <pc:sldChg chg="addSp delSp modSp mod">
        <pc:chgData name="Javier Perozo" userId="0a6371ab82c401a6" providerId="LiveId" clId="{21501839-8F38-46CB-A9F5-3ACF27F9AC94}" dt="2026-09-03T19:06:26.243" v="1433" actId="1076"/>
        <pc:sldMkLst>
          <pc:docMk/>
          <pc:sldMk cId="2295397023" sldId="622"/>
        </pc:sldMkLst>
        <pc:spChg chg="add del">
          <ac:chgData name="Javier Perozo" userId="0a6371ab82c401a6" providerId="LiveId" clId="{21501839-8F38-46CB-A9F5-3ACF27F9AC94}" dt="2026-09-03T18:34:48.864" v="1352" actId="478"/>
          <ac:spMkLst>
            <pc:docMk/>
            <pc:sldMk cId="2295397023" sldId="622"/>
            <ac:spMk id="4" creationId="{A6CE3590-73CA-47DC-B0A2-A06BA0D10DEA}"/>
          </ac:spMkLst>
        </pc:spChg>
        <pc:spChg chg="add">
          <ac:chgData name="Javier Perozo" userId="0a6371ab82c401a6" providerId="LiveId" clId="{21501839-8F38-46CB-A9F5-3ACF27F9AC94}" dt="2026-09-03T18:34:49.032" v="1353" actId="22"/>
          <ac:spMkLst>
            <pc:docMk/>
            <pc:sldMk cId="2295397023" sldId="622"/>
            <ac:spMk id="5" creationId="{C7E10755-ED9B-2C0B-ED43-135F5F612E42}"/>
          </ac:spMkLst>
        </pc:spChg>
        <pc:picChg chg="add del mod">
          <ac:chgData name="Javier Perozo" userId="0a6371ab82c401a6" providerId="LiveId" clId="{21501839-8F38-46CB-A9F5-3ACF27F9AC94}" dt="2026-09-03T19:05:52.503" v="1427" actId="478"/>
          <ac:picMkLst>
            <pc:docMk/>
            <pc:sldMk cId="2295397023" sldId="622"/>
            <ac:picMk id="7" creationId="{00F6377B-CA91-7BAE-5936-367C17C36F8D}"/>
          </ac:picMkLst>
        </pc:picChg>
        <pc:picChg chg="add mod">
          <ac:chgData name="Javier Perozo" userId="0a6371ab82c401a6" providerId="LiveId" clId="{21501839-8F38-46CB-A9F5-3ACF27F9AC94}" dt="2026-09-03T19:06:26.243" v="1433" actId="1076"/>
          <ac:picMkLst>
            <pc:docMk/>
            <pc:sldMk cId="2295397023" sldId="622"/>
            <ac:picMk id="8" creationId="{62BCC792-62DD-E856-5A83-3A65550E32C8}"/>
          </ac:picMkLst>
        </pc:picChg>
      </pc:sldChg>
      <pc:sldChg chg="addSp delSp modSp mod">
        <pc:chgData name="Javier Perozo" userId="0a6371ab82c401a6" providerId="LiveId" clId="{21501839-8F38-46CB-A9F5-3ACF27F9AC94}" dt="2026-09-03T19:59:08.722" v="1543" actId="1440"/>
        <pc:sldMkLst>
          <pc:docMk/>
          <pc:sldMk cId="644897396" sldId="624"/>
        </pc:sldMkLst>
        <pc:spChg chg="add del mod">
          <ac:chgData name="Javier Perozo" userId="0a6371ab82c401a6" providerId="LiveId" clId="{21501839-8F38-46CB-A9F5-3ACF27F9AC94}" dt="2026-09-03T18:35:08.269" v="1365" actId="478"/>
          <ac:spMkLst>
            <pc:docMk/>
            <pc:sldMk cId="644897396" sldId="624"/>
            <ac:spMk id="6" creationId="{B4E252A9-6010-6082-7CCB-8341A24B98C5}"/>
          </ac:spMkLst>
        </pc:spChg>
        <pc:spChg chg="add del">
          <ac:chgData name="Javier Perozo" userId="0a6371ab82c401a6" providerId="LiveId" clId="{21501839-8F38-46CB-A9F5-3ACF27F9AC94}" dt="2026-09-03T18:35:15.390" v="1369" actId="22"/>
          <ac:spMkLst>
            <pc:docMk/>
            <pc:sldMk cId="644897396" sldId="624"/>
            <ac:spMk id="10" creationId="{91F44255-C3C0-5B83-D645-EB688E4F0B19}"/>
          </ac:spMkLst>
        </pc:spChg>
        <pc:spChg chg="add">
          <ac:chgData name="Javier Perozo" userId="0a6371ab82c401a6" providerId="LiveId" clId="{21501839-8F38-46CB-A9F5-3ACF27F9AC94}" dt="2026-09-03T18:35:19.910" v="1370" actId="22"/>
          <ac:spMkLst>
            <pc:docMk/>
            <pc:sldMk cId="644897396" sldId="624"/>
            <ac:spMk id="12" creationId="{7519478F-E467-5CFC-495C-1310ADCDD738}"/>
          </ac:spMkLst>
        </pc:spChg>
        <pc:picChg chg="add del mod">
          <ac:chgData name="Javier Perozo" userId="0a6371ab82c401a6" providerId="LiveId" clId="{21501839-8F38-46CB-A9F5-3ACF27F9AC94}" dt="2026-09-03T19:59:04.915" v="1540" actId="478"/>
          <ac:picMkLst>
            <pc:docMk/>
            <pc:sldMk cId="644897396" sldId="624"/>
            <ac:picMk id="9" creationId="{B83AC31E-FBA9-0A51-2417-544B619A53F1}"/>
          </ac:picMkLst>
        </pc:picChg>
        <pc:picChg chg="add mod">
          <ac:chgData name="Javier Perozo" userId="0a6371ab82c401a6" providerId="LiveId" clId="{21501839-8F38-46CB-A9F5-3ACF27F9AC94}" dt="2026-09-03T19:59:08.722" v="1543" actId="1440"/>
          <ac:picMkLst>
            <pc:docMk/>
            <pc:sldMk cId="644897396" sldId="624"/>
            <ac:picMk id="14" creationId="{BB7A164B-0926-49E9-EC43-69F2B31EC1DC}"/>
          </ac:picMkLst>
        </pc:picChg>
      </pc:sldChg>
      <pc:sldChg chg="addSp delSp modSp mod ord">
        <pc:chgData name="Javier Perozo" userId="0a6371ab82c401a6" providerId="LiveId" clId="{21501839-8F38-46CB-A9F5-3ACF27F9AC94}" dt="2026-09-03T19:42:07.202" v="1482" actId="1440"/>
        <pc:sldMkLst>
          <pc:docMk/>
          <pc:sldMk cId="2013650525" sldId="625"/>
        </pc:sldMkLst>
        <pc:spChg chg="add del">
          <ac:chgData name="Javier Perozo" userId="0a6371ab82c401a6" providerId="LiveId" clId="{21501839-8F38-46CB-A9F5-3ACF27F9AC94}" dt="2026-09-03T18:35:48.703" v="1387" actId="478"/>
          <ac:spMkLst>
            <pc:docMk/>
            <pc:sldMk cId="2013650525" sldId="625"/>
            <ac:spMk id="6" creationId="{1C473505-B9F3-79E9-D702-0691FB143C85}"/>
          </ac:spMkLst>
        </pc:spChg>
        <pc:spChg chg="add">
          <ac:chgData name="Javier Perozo" userId="0a6371ab82c401a6" providerId="LiveId" clId="{21501839-8F38-46CB-A9F5-3ACF27F9AC94}" dt="2026-09-03T18:35:48.853" v="1388" actId="22"/>
          <ac:spMkLst>
            <pc:docMk/>
            <pc:sldMk cId="2013650525" sldId="625"/>
            <ac:spMk id="8" creationId="{CBBF520D-6C19-AF9C-A7DA-C2CB291787D1}"/>
          </ac:spMkLst>
        </pc:spChg>
        <pc:picChg chg="add del mod">
          <ac:chgData name="Javier Perozo" userId="0a6371ab82c401a6" providerId="LiveId" clId="{21501839-8F38-46CB-A9F5-3ACF27F9AC94}" dt="2026-09-03T19:42:00.697" v="1476" actId="478"/>
          <ac:picMkLst>
            <pc:docMk/>
            <pc:sldMk cId="2013650525" sldId="625"/>
            <ac:picMk id="7" creationId="{CAA3785A-688F-F928-558D-970C6E85B801}"/>
          </ac:picMkLst>
        </pc:picChg>
        <pc:picChg chg="add mod">
          <ac:chgData name="Javier Perozo" userId="0a6371ab82c401a6" providerId="LiveId" clId="{21501839-8F38-46CB-A9F5-3ACF27F9AC94}" dt="2026-09-03T19:42:07.202" v="1482" actId="1440"/>
          <ac:picMkLst>
            <pc:docMk/>
            <pc:sldMk cId="2013650525" sldId="625"/>
            <ac:picMk id="10" creationId="{3C83DC57-5170-AAE0-469D-F2B5937CB1FD}"/>
          </ac:picMkLst>
        </pc:picChg>
      </pc:sldChg>
      <pc:sldChg chg="addSp delSp modSp mod">
        <pc:chgData name="Javier Perozo" userId="0a6371ab82c401a6" providerId="LiveId" clId="{21501839-8F38-46CB-A9F5-3ACF27F9AC94}" dt="2026-08-06T15:49:15.530" v="1161" actId="1035"/>
        <pc:sldMkLst>
          <pc:docMk/>
          <pc:sldMk cId="783235856" sldId="626"/>
        </pc:sldMkLst>
        <pc:spChg chg="mod">
          <ac:chgData name="Javier Perozo" userId="0a6371ab82c401a6" providerId="LiveId" clId="{21501839-8F38-46CB-A9F5-3ACF27F9AC94}" dt="2026-08-06T15:43:45.457" v="998" actId="1076"/>
          <ac:spMkLst>
            <pc:docMk/>
            <pc:sldMk cId="783235856" sldId="626"/>
            <ac:spMk id="16" creationId="{452A9010-B459-6500-A6FA-83D2523E72E5}"/>
          </ac:spMkLst>
        </pc:spChg>
        <pc:spChg chg="mod">
          <ac:chgData name="Javier Perozo" userId="0a6371ab82c401a6" providerId="LiveId" clId="{21501839-8F38-46CB-A9F5-3ACF27F9AC94}" dt="2026-08-06T15:45:30.886" v="1024" actId="1076"/>
          <ac:spMkLst>
            <pc:docMk/>
            <pc:sldMk cId="783235856" sldId="626"/>
            <ac:spMk id="19" creationId="{F19C4800-8756-EC4B-EBA0-98FDD992939B}"/>
          </ac:spMkLst>
        </pc:spChg>
        <pc:picChg chg="ord">
          <ac:chgData name="Javier Perozo" userId="0a6371ab82c401a6" providerId="LiveId" clId="{21501839-8F38-46CB-A9F5-3ACF27F9AC94}" dt="2026-08-06T15:42:14.186" v="993" actId="167"/>
          <ac:picMkLst>
            <pc:docMk/>
            <pc:sldMk cId="783235856" sldId="626"/>
            <ac:picMk id="2" creationId="{EFC50227-95EC-F88C-A9E2-3AD47479798B}"/>
          </ac:picMkLst>
        </pc:picChg>
        <pc:picChg chg="add mod">
          <ac:chgData name="Javier Perozo" userId="0a6371ab82c401a6" providerId="LiveId" clId="{21501839-8F38-46CB-A9F5-3ACF27F9AC94}" dt="2026-08-06T15:45:37.758" v="1028" actId="1076"/>
          <ac:picMkLst>
            <pc:docMk/>
            <pc:sldMk cId="783235856" sldId="626"/>
            <ac:picMk id="6" creationId="{A9FCCC5D-2074-F148-C69B-12F579B00448}"/>
          </ac:picMkLst>
        </pc:picChg>
        <pc:picChg chg="add mod">
          <ac:chgData name="Javier Perozo" userId="0a6371ab82c401a6" providerId="LiveId" clId="{21501839-8F38-46CB-A9F5-3ACF27F9AC94}" dt="2026-08-06T15:49:15.530" v="1161" actId="1035"/>
          <ac:picMkLst>
            <pc:docMk/>
            <pc:sldMk cId="783235856" sldId="626"/>
            <ac:picMk id="9" creationId="{A4CFC568-EC88-3849-926B-BC49426FCD85}"/>
          </ac:picMkLst>
        </pc:picChg>
      </pc:sldChg>
      <pc:sldChg chg="addSp delSp modSp mod">
        <pc:chgData name="Javier Perozo" userId="0a6371ab82c401a6" providerId="LiveId" clId="{21501839-8F38-46CB-A9F5-3ACF27F9AC94}" dt="2026-09-03T20:00:29.065" v="1558" actId="1440"/>
        <pc:sldMkLst>
          <pc:docMk/>
          <pc:sldMk cId="2309741445" sldId="627"/>
        </pc:sldMkLst>
        <pc:spChg chg="mod">
          <ac:chgData name="Javier Perozo" userId="0a6371ab82c401a6" providerId="LiveId" clId="{21501839-8F38-46CB-A9F5-3ACF27F9AC94}" dt="2026-08-06T15:45:57.549" v="1048" actId="20577"/>
          <ac:spMkLst>
            <pc:docMk/>
            <pc:sldMk cId="2309741445" sldId="627"/>
            <ac:spMk id="4" creationId="{AE46AF8E-3F62-C304-4DA0-E3C584190B1D}"/>
          </ac:spMkLst>
        </pc:spChg>
        <pc:spChg chg="add del">
          <ac:chgData name="Javier Perozo" userId="0a6371ab82c401a6" providerId="LiveId" clId="{21501839-8F38-46CB-A9F5-3ACF27F9AC94}" dt="2026-09-03T18:35:23.057" v="1371" actId="478"/>
          <ac:spMkLst>
            <pc:docMk/>
            <pc:sldMk cId="2309741445" sldId="627"/>
            <ac:spMk id="6" creationId="{AE967B52-26EC-7A0A-A0D5-6F180A77E8E6}"/>
          </ac:spMkLst>
        </pc:spChg>
        <pc:spChg chg="add del">
          <ac:chgData name="Javier Perozo" userId="0a6371ab82c401a6" providerId="LiveId" clId="{21501839-8F38-46CB-A9F5-3ACF27F9AC94}" dt="2026-09-03T18:35:14.753" v="1368" actId="22"/>
          <ac:spMkLst>
            <pc:docMk/>
            <pc:sldMk cId="2309741445" sldId="627"/>
            <ac:spMk id="7" creationId="{12C8CC7C-AD59-4405-915E-3EEB67F5D558}"/>
          </ac:spMkLst>
        </pc:spChg>
        <pc:spChg chg="add">
          <ac:chgData name="Javier Perozo" userId="0a6371ab82c401a6" providerId="LiveId" clId="{21501839-8F38-46CB-A9F5-3ACF27F9AC94}" dt="2026-09-03T18:35:23.233" v="1372" actId="22"/>
          <ac:spMkLst>
            <pc:docMk/>
            <pc:sldMk cId="2309741445" sldId="627"/>
            <ac:spMk id="10" creationId="{4E58CF5D-1824-5705-5625-4A53392CB3DF}"/>
          </ac:spMkLst>
        </pc:spChg>
        <pc:picChg chg="add del mod">
          <ac:chgData name="Javier Perozo" userId="0a6371ab82c401a6" providerId="LiveId" clId="{21501839-8F38-46CB-A9F5-3ACF27F9AC94}" dt="2026-09-03T19:38:34.597" v="1451" actId="478"/>
          <ac:picMkLst>
            <pc:docMk/>
            <pc:sldMk cId="2309741445" sldId="627"/>
            <ac:picMk id="9" creationId="{55E177EA-4D2B-64A9-224D-53DDA3A7EF7A}"/>
          </ac:picMkLst>
        </pc:picChg>
        <pc:picChg chg="add mod">
          <ac:chgData name="Javier Perozo" userId="0a6371ab82c401a6" providerId="LiveId" clId="{21501839-8F38-46CB-A9F5-3ACF27F9AC94}" dt="2026-09-03T19:38:42.757" v="1456" actId="1440"/>
          <ac:picMkLst>
            <pc:docMk/>
            <pc:sldMk cId="2309741445" sldId="627"/>
            <ac:picMk id="12" creationId="{CAE4488C-38F6-3355-44DD-3B7E4B19CAF8}"/>
          </ac:picMkLst>
        </pc:picChg>
        <pc:picChg chg="add del mod">
          <ac:chgData name="Javier Perozo" userId="0a6371ab82c401a6" providerId="LiveId" clId="{21501839-8F38-46CB-A9F5-3ACF27F9AC94}" dt="2026-09-03T19:59:49.666" v="1544" actId="478"/>
          <ac:picMkLst>
            <pc:docMk/>
            <pc:sldMk cId="2309741445" sldId="627"/>
            <ac:picMk id="13" creationId="{44EC3038-B23D-C794-3FED-6215FFC8E351}"/>
          </ac:picMkLst>
        </pc:picChg>
        <pc:picChg chg="add mod">
          <ac:chgData name="Javier Perozo" userId="0a6371ab82c401a6" providerId="LiveId" clId="{21501839-8F38-46CB-A9F5-3ACF27F9AC94}" dt="2026-09-03T19:59:58.501" v="1551" actId="1076"/>
          <ac:picMkLst>
            <pc:docMk/>
            <pc:sldMk cId="2309741445" sldId="627"/>
            <ac:picMk id="15" creationId="{E2CFE72B-92E9-F505-8636-18901CD4B74F}"/>
          </ac:picMkLst>
        </pc:picChg>
        <pc:picChg chg="add del mod">
          <ac:chgData name="Javier Perozo" userId="0a6371ab82c401a6" providerId="LiveId" clId="{21501839-8F38-46CB-A9F5-3ACF27F9AC94}" dt="2026-09-03T20:00:19.404" v="1552" actId="478"/>
          <ac:picMkLst>
            <pc:docMk/>
            <pc:sldMk cId="2309741445" sldId="627"/>
            <ac:picMk id="16" creationId="{DC8A2CB6-8B48-CA25-9758-1E2F44198E7F}"/>
          </ac:picMkLst>
        </pc:picChg>
        <pc:picChg chg="add mod">
          <ac:chgData name="Javier Perozo" userId="0a6371ab82c401a6" providerId="LiveId" clId="{21501839-8F38-46CB-A9F5-3ACF27F9AC94}" dt="2026-09-03T20:00:29.065" v="1558" actId="1440"/>
          <ac:picMkLst>
            <pc:docMk/>
            <pc:sldMk cId="2309741445" sldId="627"/>
            <ac:picMk id="18" creationId="{FE8F9B5B-EACC-8E07-BD21-F4B149F0B9C4}"/>
          </ac:picMkLst>
        </pc:picChg>
      </pc:sldChg>
      <pc:sldChg chg="addSp delSp modSp mod ord">
        <pc:chgData name="Javier Perozo" userId="0a6371ab82c401a6" providerId="LiveId" clId="{21501839-8F38-46CB-A9F5-3ACF27F9AC94}" dt="2026-09-03T20:01:42.512" v="1567" actId="1440"/>
        <pc:sldMkLst>
          <pc:docMk/>
          <pc:sldMk cId="3450803572" sldId="628"/>
        </pc:sldMkLst>
        <pc:spChg chg="mod">
          <ac:chgData name="Javier Perozo" userId="0a6371ab82c401a6" providerId="LiveId" clId="{21501839-8F38-46CB-A9F5-3ACF27F9AC94}" dt="2026-08-06T15:47:09.334" v="1124" actId="1076"/>
          <ac:spMkLst>
            <pc:docMk/>
            <pc:sldMk cId="3450803572" sldId="628"/>
            <ac:spMk id="4" creationId="{24DD4558-9D90-5303-8617-7A7EF1D70DFA}"/>
          </ac:spMkLst>
        </pc:spChg>
        <pc:spChg chg="add del">
          <ac:chgData name="Javier Perozo" userId="0a6371ab82c401a6" providerId="LiveId" clId="{21501839-8F38-46CB-A9F5-3ACF27F9AC94}" dt="2026-09-03T18:35:33.043" v="1377" actId="478"/>
          <ac:spMkLst>
            <pc:docMk/>
            <pc:sldMk cId="3450803572" sldId="628"/>
            <ac:spMk id="6" creationId="{B137EA4C-BDBA-5C30-5DBF-19AF21EE3193}"/>
          </ac:spMkLst>
        </pc:spChg>
        <pc:spChg chg="add">
          <ac:chgData name="Javier Perozo" userId="0a6371ab82c401a6" providerId="LiveId" clId="{21501839-8F38-46CB-A9F5-3ACF27F9AC94}" dt="2026-09-03T18:35:33.174" v="1378" actId="22"/>
          <ac:spMkLst>
            <pc:docMk/>
            <pc:sldMk cId="3450803572" sldId="628"/>
            <ac:spMk id="8" creationId="{1714F620-A6BE-B4C4-BC69-61009B797772}"/>
          </ac:spMkLst>
        </pc:spChg>
        <pc:picChg chg="add del mod">
          <ac:chgData name="Javier Perozo" userId="0a6371ab82c401a6" providerId="LiveId" clId="{21501839-8F38-46CB-A9F5-3ACF27F9AC94}" dt="2026-09-03T20:01:36.589" v="1563" actId="478"/>
          <ac:picMkLst>
            <pc:docMk/>
            <pc:sldMk cId="3450803572" sldId="628"/>
            <ac:picMk id="7" creationId="{6E0BD3C5-E833-D616-4FD3-E63010ABCE95}"/>
          </ac:picMkLst>
        </pc:picChg>
        <pc:picChg chg="add mod">
          <ac:chgData name="Javier Perozo" userId="0a6371ab82c401a6" providerId="LiveId" clId="{21501839-8F38-46CB-A9F5-3ACF27F9AC94}" dt="2026-09-03T20:01:42.512" v="1567" actId="1440"/>
          <ac:picMkLst>
            <pc:docMk/>
            <pc:sldMk cId="3450803572" sldId="628"/>
            <ac:picMk id="10" creationId="{84CAE6BE-1F3E-A389-E8F9-6F58C2501147}"/>
          </ac:picMkLst>
        </pc:picChg>
      </pc:sldChg>
      <pc:sldChg chg="addSp delSp modSp mod">
        <pc:chgData name="Javier Perozo" userId="0a6371ab82c401a6" providerId="LiveId" clId="{21501839-8F38-46CB-A9F5-3ACF27F9AC94}" dt="2026-09-03T20:01:00.618" v="1562" actId="1440"/>
        <pc:sldMkLst>
          <pc:docMk/>
          <pc:sldMk cId="204802885" sldId="629"/>
        </pc:sldMkLst>
        <pc:spChg chg="mod">
          <ac:chgData name="Javier Perozo" userId="0a6371ab82c401a6" providerId="LiveId" clId="{21501839-8F38-46CB-A9F5-3ACF27F9AC94}" dt="2026-08-06T15:46:30.449" v="1082" actId="20577"/>
          <ac:spMkLst>
            <pc:docMk/>
            <pc:sldMk cId="204802885" sldId="629"/>
            <ac:spMk id="4" creationId="{79498F46-7B85-F8D8-C085-812C3C6FD175}"/>
          </ac:spMkLst>
        </pc:spChg>
        <pc:spChg chg="add del">
          <ac:chgData name="Javier Perozo" userId="0a6371ab82c401a6" providerId="LiveId" clId="{21501839-8F38-46CB-A9F5-3ACF27F9AC94}" dt="2026-09-03T18:35:25.534" v="1373" actId="478"/>
          <ac:spMkLst>
            <pc:docMk/>
            <pc:sldMk cId="204802885" sldId="629"/>
            <ac:spMk id="6" creationId="{FCF58A1C-FCE5-9024-AA6F-4552D4AB99C1}"/>
          </ac:spMkLst>
        </pc:spChg>
        <pc:spChg chg="add">
          <ac:chgData name="Javier Perozo" userId="0a6371ab82c401a6" providerId="LiveId" clId="{21501839-8F38-46CB-A9F5-3ACF27F9AC94}" dt="2026-09-03T18:35:25.658" v="1374" actId="22"/>
          <ac:spMkLst>
            <pc:docMk/>
            <pc:sldMk cId="204802885" sldId="629"/>
            <ac:spMk id="7" creationId="{ACA8FFB3-36D0-2F7C-A591-47CD28D61B33}"/>
          </ac:spMkLst>
        </pc:spChg>
        <pc:picChg chg="add del mod">
          <ac:chgData name="Javier Perozo" userId="0a6371ab82c401a6" providerId="LiveId" clId="{21501839-8F38-46CB-A9F5-3ACF27F9AC94}" dt="2026-09-03T19:39:00.340" v="1457" actId="478"/>
          <ac:picMkLst>
            <pc:docMk/>
            <pc:sldMk cId="204802885" sldId="629"/>
            <ac:picMk id="9" creationId="{F88D8F02-2859-2499-879E-98710984ABB4}"/>
          </ac:picMkLst>
        </pc:picChg>
        <pc:picChg chg="add mod modCrop">
          <ac:chgData name="Javier Perozo" userId="0a6371ab82c401a6" providerId="LiveId" clId="{21501839-8F38-46CB-A9F5-3ACF27F9AC94}" dt="2026-09-03T19:39:15.985" v="1463" actId="1440"/>
          <ac:picMkLst>
            <pc:docMk/>
            <pc:sldMk cId="204802885" sldId="629"/>
            <ac:picMk id="10" creationId="{D5251BCC-4B39-0D5D-06A7-88EAD635E5AF}"/>
          </ac:picMkLst>
        </pc:picChg>
        <pc:picChg chg="add del mod">
          <ac:chgData name="Javier Perozo" userId="0a6371ab82c401a6" providerId="LiveId" clId="{21501839-8F38-46CB-A9F5-3ACF27F9AC94}" dt="2026-09-03T20:00:57.412" v="1559" actId="478"/>
          <ac:picMkLst>
            <pc:docMk/>
            <pc:sldMk cId="204802885" sldId="629"/>
            <ac:picMk id="12" creationId="{76711EC2-AD88-E639-CC92-414512F4A240}"/>
          </ac:picMkLst>
        </pc:picChg>
        <pc:picChg chg="add mod">
          <ac:chgData name="Javier Perozo" userId="0a6371ab82c401a6" providerId="LiveId" clId="{21501839-8F38-46CB-A9F5-3ACF27F9AC94}" dt="2026-09-03T20:01:00.618" v="1562" actId="1440"/>
          <ac:picMkLst>
            <pc:docMk/>
            <pc:sldMk cId="204802885" sldId="629"/>
            <ac:picMk id="13" creationId="{5B64B116-D58E-6859-8E28-7C782CE8586A}"/>
          </ac:picMkLst>
        </pc:picChg>
      </pc:sldChg>
      <pc:sldChg chg="addSp delSp modSp mod ord">
        <pc:chgData name="Javier Perozo" userId="0a6371ab82c401a6" providerId="LiveId" clId="{21501839-8F38-46CB-A9F5-3ACF27F9AC94}" dt="2026-09-03T20:04:48.437" v="1602" actId="1076"/>
        <pc:sldMkLst>
          <pc:docMk/>
          <pc:sldMk cId="1484072792" sldId="630"/>
        </pc:sldMkLst>
        <pc:spChg chg="add del">
          <ac:chgData name="Javier Perozo" userId="0a6371ab82c401a6" providerId="LiveId" clId="{21501839-8F38-46CB-A9F5-3ACF27F9AC94}" dt="2026-09-03T18:35:51.757" v="1389" actId="478"/>
          <ac:spMkLst>
            <pc:docMk/>
            <pc:sldMk cId="1484072792" sldId="630"/>
            <ac:spMk id="6" creationId="{46E1F40B-4D47-ABFE-657E-BAC8EE569615}"/>
          </ac:spMkLst>
        </pc:spChg>
        <pc:spChg chg="add">
          <ac:chgData name="Javier Perozo" userId="0a6371ab82c401a6" providerId="LiveId" clId="{21501839-8F38-46CB-A9F5-3ACF27F9AC94}" dt="2026-09-03T18:35:51.916" v="1390" actId="22"/>
          <ac:spMkLst>
            <pc:docMk/>
            <pc:sldMk cId="1484072792" sldId="630"/>
            <ac:spMk id="8" creationId="{0F0876C0-0D2A-79C9-A3AE-57F35F22E8B7}"/>
          </ac:spMkLst>
        </pc:spChg>
        <pc:picChg chg="add del mod">
          <ac:chgData name="Javier Perozo" userId="0a6371ab82c401a6" providerId="LiveId" clId="{21501839-8F38-46CB-A9F5-3ACF27F9AC94}" dt="2026-09-03T20:04:41.193" v="1598" actId="478"/>
          <ac:picMkLst>
            <pc:docMk/>
            <pc:sldMk cId="1484072792" sldId="630"/>
            <ac:picMk id="7" creationId="{F5220BC8-391A-E970-4989-D759894AF8B3}"/>
          </ac:picMkLst>
        </pc:picChg>
        <pc:picChg chg="add mod">
          <ac:chgData name="Javier Perozo" userId="0a6371ab82c401a6" providerId="LiveId" clId="{21501839-8F38-46CB-A9F5-3ACF27F9AC94}" dt="2026-09-03T20:04:48.437" v="1602" actId="1076"/>
          <ac:picMkLst>
            <pc:docMk/>
            <pc:sldMk cId="1484072792" sldId="630"/>
            <ac:picMk id="10" creationId="{C984F2AC-1DB2-C99C-2FF3-F6B531083237}"/>
          </ac:picMkLst>
        </pc:picChg>
      </pc:sldChg>
      <pc:sldChg chg="addSp delSp modSp mod ord">
        <pc:chgData name="Javier Perozo" userId="0a6371ab82c401a6" providerId="LiveId" clId="{21501839-8F38-46CB-A9F5-3ACF27F9AC94}" dt="2026-09-03T20:02:56.216" v="1578" actId="1440"/>
        <pc:sldMkLst>
          <pc:docMk/>
          <pc:sldMk cId="2852438160" sldId="631"/>
        </pc:sldMkLst>
        <pc:spChg chg="mod">
          <ac:chgData name="Javier Perozo" userId="0a6371ab82c401a6" providerId="LiveId" clId="{21501839-8F38-46CB-A9F5-3ACF27F9AC94}" dt="2026-08-06T15:47:19.378" v="1131" actId="20577"/>
          <ac:spMkLst>
            <pc:docMk/>
            <pc:sldMk cId="2852438160" sldId="631"/>
            <ac:spMk id="4" creationId="{BF0576BC-5AD7-D8E9-23BD-205DCAA3A1DA}"/>
          </ac:spMkLst>
        </pc:spChg>
        <pc:spChg chg="add del">
          <ac:chgData name="Javier Perozo" userId="0a6371ab82c401a6" providerId="LiveId" clId="{21501839-8F38-46CB-A9F5-3ACF27F9AC94}" dt="2026-09-03T18:35:29.568" v="1375" actId="478"/>
          <ac:spMkLst>
            <pc:docMk/>
            <pc:sldMk cId="2852438160" sldId="631"/>
            <ac:spMk id="6" creationId="{11D79971-CC7C-7DE1-AA13-9C810F27018D}"/>
          </ac:spMkLst>
        </pc:spChg>
        <pc:spChg chg="add">
          <ac:chgData name="Javier Perozo" userId="0a6371ab82c401a6" providerId="LiveId" clId="{21501839-8F38-46CB-A9F5-3ACF27F9AC94}" dt="2026-09-03T18:35:29.777" v="1376" actId="22"/>
          <ac:spMkLst>
            <pc:docMk/>
            <pc:sldMk cId="2852438160" sldId="631"/>
            <ac:spMk id="7" creationId="{ABEF70C8-8AA5-6B5C-B0B9-754A30C0A69D}"/>
          </ac:spMkLst>
        </pc:spChg>
        <pc:picChg chg="add del mod">
          <ac:chgData name="Javier Perozo" userId="0a6371ab82c401a6" providerId="LiveId" clId="{21501839-8F38-46CB-A9F5-3ACF27F9AC94}" dt="2026-09-03T20:02:50.869" v="1574" actId="478"/>
          <ac:picMkLst>
            <pc:docMk/>
            <pc:sldMk cId="2852438160" sldId="631"/>
            <ac:picMk id="9" creationId="{498FDFDE-86B6-7A6D-C0CB-F9730A2E9327}"/>
          </ac:picMkLst>
        </pc:picChg>
        <pc:picChg chg="add mod">
          <ac:chgData name="Javier Perozo" userId="0a6371ab82c401a6" providerId="LiveId" clId="{21501839-8F38-46CB-A9F5-3ACF27F9AC94}" dt="2026-09-03T20:02:56.216" v="1578" actId="1440"/>
          <ac:picMkLst>
            <pc:docMk/>
            <pc:sldMk cId="2852438160" sldId="631"/>
            <ac:picMk id="10" creationId="{192C2030-94B4-10D7-9060-3E831E0DDAB2}"/>
          </ac:picMkLst>
        </pc:picChg>
      </pc:sldChg>
      <pc:sldChg chg="addSp delSp mod">
        <pc:chgData name="Javier Perozo" userId="0a6371ab82c401a6" providerId="LiveId" clId="{21501839-8F38-46CB-A9F5-3ACF27F9AC94}" dt="2026-08-05T12:23:20.973" v="558" actId="22"/>
        <pc:sldMkLst>
          <pc:docMk/>
          <pc:sldMk cId="612571066" sldId="634"/>
        </pc:sldMkLst>
        <pc:spChg chg="add">
          <ac:chgData name="Javier Perozo" userId="0a6371ab82c401a6" providerId="LiveId" clId="{21501839-8F38-46CB-A9F5-3ACF27F9AC94}" dt="2026-08-05T12:23:20.973" v="558" actId="22"/>
          <ac:spMkLst>
            <pc:docMk/>
            <pc:sldMk cId="612571066" sldId="634"/>
            <ac:spMk id="10" creationId="{3F17C004-853A-F7DC-DD17-FBB5EF54DA9B}"/>
          </ac:spMkLst>
        </pc:spChg>
      </pc:sldChg>
      <pc:sldChg chg="addSp delSp modSp add mod">
        <pc:chgData name="Javier Perozo" userId="0a6371ab82c401a6" providerId="LiveId" clId="{21501839-8F38-46CB-A9F5-3ACF27F9AC94}" dt="2026-09-03T20:02:24.160" v="1573" actId="1076"/>
        <pc:sldMkLst>
          <pc:docMk/>
          <pc:sldMk cId="275489877" sldId="638"/>
        </pc:sldMkLst>
        <pc:spChg chg="add">
          <ac:chgData name="Javier Perozo" userId="0a6371ab82c401a6" providerId="LiveId" clId="{21501839-8F38-46CB-A9F5-3ACF27F9AC94}" dt="2026-09-03T18:35:36.424" v="1380" actId="22"/>
          <ac:spMkLst>
            <pc:docMk/>
            <pc:sldMk cId="275489877" sldId="638"/>
            <ac:spMk id="5" creationId="{B67283BC-CC06-337A-13B3-9AA339DDA9AA}"/>
          </ac:spMkLst>
        </pc:spChg>
        <pc:spChg chg="add del">
          <ac:chgData name="Javier Perozo" userId="0a6371ab82c401a6" providerId="LiveId" clId="{21501839-8F38-46CB-A9F5-3ACF27F9AC94}" dt="2026-09-03T18:35:36.255" v="1379" actId="478"/>
          <ac:spMkLst>
            <pc:docMk/>
            <pc:sldMk cId="275489877" sldId="638"/>
            <ac:spMk id="6" creationId="{0DC8B1F2-C506-AA07-A209-685EE7AB7A02}"/>
          </ac:spMkLst>
        </pc:spChg>
        <pc:spChg chg="add mod">
          <ac:chgData name="Javier Perozo" userId="0a6371ab82c401a6" providerId="LiveId" clId="{21501839-8F38-46CB-A9F5-3ACF27F9AC94}" dt="2026-08-06T15:47:36.572" v="1150" actId="20577"/>
          <ac:spMkLst>
            <pc:docMk/>
            <pc:sldMk cId="275489877" sldId="638"/>
            <ac:spMk id="7" creationId="{22DA7818-6790-55AA-C810-669636BEA593}"/>
          </ac:spMkLst>
        </pc:spChg>
        <pc:picChg chg="add mod">
          <ac:chgData name="Javier Perozo" userId="0a6371ab82c401a6" providerId="LiveId" clId="{21501839-8F38-46CB-A9F5-3ACF27F9AC94}" dt="2026-08-06T16:20:27.358" v="1276" actId="1076"/>
          <ac:picMkLst>
            <pc:docMk/>
            <pc:sldMk cId="275489877" sldId="638"/>
            <ac:picMk id="9" creationId="{742146CF-5C1A-A324-5528-9C6954AB7558}"/>
          </ac:picMkLst>
        </pc:picChg>
        <pc:picChg chg="add del mod">
          <ac:chgData name="Javier Perozo" userId="0a6371ab82c401a6" providerId="LiveId" clId="{21501839-8F38-46CB-A9F5-3ACF27F9AC94}" dt="2026-09-03T20:02:15.148" v="1568" actId="478"/>
          <ac:picMkLst>
            <pc:docMk/>
            <pc:sldMk cId="275489877" sldId="638"/>
            <ac:picMk id="10" creationId="{9979F7E8-F281-7436-3B24-30DF6A0F3043}"/>
          </ac:picMkLst>
        </pc:picChg>
        <pc:picChg chg="add mod">
          <ac:chgData name="Javier Perozo" userId="0a6371ab82c401a6" providerId="LiveId" clId="{21501839-8F38-46CB-A9F5-3ACF27F9AC94}" dt="2026-09-03T20:02:24.160" v="1573" actId="1076"/>
          <ac:picMkLst>
            <pc:docMk/>
            <pc:sldMk cId="275489877" sldId="638"/>
            <ac:picMk id="11" creationId="{4452E961-3CE7-C608-DE39-E25EB1C63322}"/>
          </ac:picMkLst>
        </pc:picChg>
        <pc:picChg chg="add mod">
          <ac:chgData name="Javier Perozo" userId="0a6371ab82c401a6" providerId="LiveId" clId="{21501839-8F38-46CB-A9F5-3ACF27F9AC94}" dt="2026-08-06T16:20:40.793" v="1292" actId="1036"/>
          <ac:picMkLst>
            <pc:docMk/>
            <pc:sldMk cId="275489877" sldId="638"/>
            <ac:picMk id="12" creationId="{A8F3E3E4-FEE8-1DC7-086A-D0D919B933C9}"/>
          </ac:picMkLst>
        </pc:picChg>
        <pc:picChg chg="add mod">
          <ac:chgData name="Javier Perozo" userId="0a6371ab82c401a6" providerId="LiveId" clId="{21501839-8F38-46CB-A9F5-3ACF27F9AC94}" dt="2026-08-06T16:20:39.942" v="1289" actId="1036"/>
          <ac:picMkLst>
            <pc:docMk/>
            <pc:sldMk cId="275489877" sldId="638"/>
            <ac:picMk id="14" creationId="{3D0350FE-19CA-62DC-7F49-3501FEAC8FB8}"/>
          </ac:picMkLst>
        </pc:picChg>
        <pc:picChg chg="add mod">
          <ac:chgData name="Javier Perozo" userId="0a6371ab82c401a6" providerId="LiveId" clId="{21501839-8F38-46CB-A9F5-3ACF27F9AC94}" dt="2026-08-06T16:20:22.857" v="1275" actId="1076"/>
          <ac:picMkLst>
            <pc:docMk/>
            <pc:sldMk cId="275489877" sldId="638"/>
            <ac:picMk id="16" creationId="{44F372A9-10D1-73BE-BECE-DCC6E860BE4B}"/>
          </ac:picMkLst>
        </pc:picChg>
        <pc:picChg chg="add mod">
          <ac:chgData name="Javier Perozo" userId="0a6371ab82c401a6" providerId="LiveId" clId="{21501839-8F38-46CB-A9F5-3ACF27F9AC94}" dt="2026-08-06T16:19:45.346" v="1272" actId="1036"/>
          <ac:picMkLst>
            <pc:docMk/>
            <pc:sldMk cId="275489877" sldId="638"/>
            <ac:picMk id="18" creationId="{3985226A-E4CF-D80C-2D53-F0CA416E0EAD}"/>
          </ac:picMkLst>
        </pc:picChg>
      </pc:sldChg>
    </pc:docChg>
  </pc:docChgLst>
  <pc:docChgLst>
    <pc:chgData name="Hector Matus" userId="9949bed8cc263c74" providerId="Windows Live" clId="Web-{0A12FEF6-EEF0-E364-0721-379FF4E6A216}"/>
    <pc:docChg chg="addSld delSld modSld">
      <pc:chgData name="Hector Matus" userId="9949bed8cc263c74" providerId="Windows Live" clId="Web-{0A12FEF6-EEF0-E364-0721-379FF4E6A216}" dt="2026-09-04T12:51:39.173" v="543"/>
      <pc:docMkLst>
        <pc:docMk/>
      </pc:docMkLst>
      <pc:sldChg chg="addSp modSp">
        <pc:chgData name="Hector Matus" userId="9949bed8cc263c74" providerId="Windows Live" clId="Web-{0A12FEF6-EEF0-E364-0721-379FF4E6A216}" dt="2026-09-04T00:34:17.009" v="541" actId="1076"/>
        <pc:sldMkLst>
          <pc:docMk/>
          <pc:sldMk cId="1282713372" sldId="590"/>
        </pc:sldMkLst>
        <pc:spChg chg="add mod">
          <ac:chgData name="Hector Matus" userId="9949bed8cc263c74" providerId="Windows Live" clId="Web-{0A12FEF6-EEF0-E364-0721-379FF4E6A216}" dt="2026-09-04T00:34:17.009" v="541" actId="1076"/>
          <ac:spMkLst>
            <pc:docMk/>
            <pc:sldMk cId="1282713372" sldId="590"/>
            <ac:spMk id="6" creationId="{CBF81217-BC86-633F-5CED-25CB4A829DE1}"/>
          </ac:spMkLst>
        </pc:spChg>
        <pc:picChg chg="add mod">
          <ac:chgData name="Hector Matus" userId="9949bed8cc263c74" providerId="Windows Live" clId="Web-{0A12FEF6-EEF0-E364-0721-379FF4E6A216}" dt="2026-09-04T00:33:31.475" v="492" actId="1076"/>
          <ac:picMkLst>
            <pc:docMk/>
            <pc:sldMk cId="1282713372" sldId="590"/>
            <ac:picMk id="5" creationId="{5C3249E8-DA11-180A-21D9-D369992090B9}"/>
          </ac:picMkLst>
        </pc:picChg>
      </pc:sldChg>
      <pc:sldChg chg="addSp delSp modSp">
        <pc:chgData name="Hector Matus" userId="9949bed8cc263c74" providerId="Windows Live" clId="Web-{0A12FEF6-EEF0-E364-0721-379FF4E6A216}" dt="2026-09-04T00:20:52.875" v="55" actId="1076"/>
        <pc:sldMkLst>
          <pc:docMk/>
          <pc:sldMk cId="2266179142" sldId="598"/>
        </pc:sldMkLst>
        <pc:picChg chg="del">
          <ac:chgData name="Hector Matus" userId="9949bed8cc263c74" providerId="Windows Live" clId="Web-{0A12FEF6-EEF0-E364-0721-379FF4E6A216}" dt="2026-09-04T00:19:41.792" v="47"/>
          <ac:picMkLst>
            <pc:docMk/>
            <pc:sldMk cId="2266179142" sldId="598"/>
            <ac:picMk id="2" creationId="{FD59F2E6-B2D9-CB15-980B-221BD009EF4E}"/>
          </ac:picMkLst>
        </pc:picChg>
        <pc:picChg chg="add mod">
          <ac:chgData name="Hector Matus" userId="9949bed8cc263c74" providerId="Windows Live" clId="Web-{0A12FEF6-EEF0-E364-0721-379FF4E6A216}" dt="2026-09-04T00:19:50.136" v="50" actId="1076"/>
          <ac:picMkLst>
            <pc:docMk/>
            <pc:sldMk cId="2266179142" sldId="598"/>
            <ac:picMk id="3" creationId="{5CB0B350-32B9-EA7F-8709-F6A7131BCC6F}"/>
          </ac:picMkLst>
        </pc:picChg>
        <pc:picChg chg="add mod">
          <ac:chgData name="Hector Matus" userId="9949bed8cc263c74" providerId="Windows Live" clId="Web-{0A12FEF6-EEF0-E364-0721-379FF4E6A216}" dt="2026-09-04T00:20:52.875" v="55" actId="1076"/>
          <ac:picMkLst>
            <pc:docMk/>
            <pc:sldMk cId="2266179142" sldId="598"/>
            <ac:picMk id="4" creationId="{F5E0CFB9-2FEE-2FAA-D0E1-5ACC03F74FD4}"/>
          </ac:picMkLst>
        </pc:picChg>
      </pc:sldChg>
      <pc:sldChg chg="addSp delSp modSp">
        <pc:chgData name="Hector Matus" userId="9949bed8cc263c74" providerId="Windows Live" clId="Web-{0A12FEF6-EEF0-E364-0721-379FF4E6A216}" dt="2026-09-04T00:29:46.834" v="420" actId="1076"/>
        <pc:sldMkLst>
          <pc:docMk/>
          <pc:sldMk cId="612571066" sldId="634"/>
        </pc:sldMkLst>
        <pc:spChg chg="add mod">
          <ac:chgData name="Hector Matus" userId="9949bed8cc263c74" providerId="Windows Live" clId="Web-{0A12FEF6-EEF0-E364-0721-379FF4E6A216}" dt="2026-09-04T00:29:46.834" v="420" actId="1076"/>
          <ac:spMkLst>
            <pc:docMk/>
            <pc:sldMk cId="612571066" sldId="634"/>
            <ac:spMk id="8" creationId="{CD0CA2DB-B2A2-25BB-14F4-4F429944AF2F}"/>
          </ac:spMkLst>
        </pc:spChg>
        <pc:picChg chg="del">
          <ac:chgData name="Hector Matus" userId="9949bed8cc263c74" providerId="Windows Live" clId="Web-{0A12FEF6-EEF0-E364-0721-379FF4E6A216}" dt="2026-09-04T00:12:31.542" v="17"/>
          <ac:picMkLst>
            <pc:docMk/>
            <pc:sldMk cId="612571066" sldId="634"/>
            <ac:picMk id="6" creationId="{316134D2-9F92-D8D2-5651-3E59B1F46789}"/>
          </ac:picMkLst>
        </pc:picChg>
        <pc:picChg chg="add mod">
          <ac:chgData name="Hector Matus" userId="9949bed8cc263c74" providerId="Windows Live" clId="Web-{0A12FEF6-EEF0-E364-0721-379FF4E6A216}" dt="2026-09-04T00:12:49.216" v="22" actId="14100"/>
          <ac:picMkLst>
            <pc:docMk/>
            <pc:sldMk cId="612571066" sldId="634"/>
            <ac:picMk id="7" creationId="{5FBB693E-A18E-F188-EB79-0D935E09BA53}"/>
          </ac:picMkLst>
        </pc:picChg>
      </pc:sldChg>
      <pc:sldChg chg="addSp delSp modSp add replId">
        <pc:chgData name="Hector Matus" userId="9949bed8cc263c74" providerId="Windows Live" clId="Web-{0A12FEF6-EEF0-E364-0721-379FF4E6A216}" dt="2026-09-04T00:30:43.916" v="490" actId="1076"/>
        <pc:sldMkLst>
          <pc:docMk/>
          <pc:sldMk cId="2665463236" sldId="640"/>
        </pc:sldMkLst>
        <pc:spChg chg="add mod">
          <ac:chgData name="Hector Matus" userId="9949bed8cc263c74" providerId="Windows Live" clId="Web-{0A12FEF6-EEF0-E364-0721-379FF4E6A216}" dt="2026-09-04T00:30:43.916" v="490" actId="1076"/>
          <ac:spMkLst>
            <pc:docMk/>
            <pc:sldMk cId="2665463236" sldId="640"/>
            <ac:spMk id="9" creationId="{95A69763-C366-7B07-F768-C494FC591E5D}"/>
          </ac:spMkLst>
        </pc:spChg>
        <pc:picChg chg="del">
          <ac:chgData name="Hector Matus" userId="9949bed8cc263c74" providerId="Windows Live" clId="Web-{0A12FEF6-EEF0-E364-0721-379FF4E6A216}" dt="2026-09-04T00:10:53.833" v="8"/>
          <ac:picMkLst>
            <pc:docMk/>
            <pc:sldMk cId="2665463236" sldId="640"/>
            <ac:picMk id="5" creationId="{7025061B-7082-8A70-4271-AE362CA11F44}"/>
          </ac:picMkLst>
        </pc:picChg>
        <pc:picChg chg="add mod">
          <ac:chgData name="Hector Matus" userId="9949bed8cc263c74" providerId="Windows Live" clId="Web-{0A12FEF6-EEF0-E364-0721-379FF4E6A216}" dt="2026-09-04T00:11:08.193" v="11" actId="1076"/>
          <ac:picMkLst>
            <pc:docMk/>
            <pc:sldMk cId="2665463236" sldId="640"/>
            <ac:picMk id="6" creationId="{6E13522C-7F63-6D8F-453E-76AA6AA876B3}"/>
          </ac:picMkLst>
        </pc:picChg>
        <pc:picChg chg="add mod">
          <ac:chgData name="Hector Matus" userId="9949bed8cc263c74" providerId="Windows Live" clId="Web-{0A12FEF6-EEF0-E364-0721-379FF4E6A216}" dt="2026-09-04T00:11:59.868" v="16" actId="14100"/>
          <ac:picMkLst>
            <pc:docMk/>
            <pc:sldMk cId="2665463236" sldId="640"/>
            <ac:picMk id="8" creationId="{A01E5D48-819D-7211-CBEE-2F46A39EC82E}"/>
          </ac:picMkLst>
        </pc:picChg>
      </pc:sldChg>
      <pc:sldChg chg="addSp delSp modSp add replId">
        <pc:chgData name="Hector Matus" userId="9949bed8cc263c74" providerId="Windows Live" clId="Web-{0A12FEF6-EEF0-E364-0721-379FF4E6A216}" dt="2026-09-04T00:28:20.281" v="285" actId="1076"/>
        <pc:sldMkLst>
          <pc:docMk/>
          <pc:sldMk cId="1791833307" sldId="641"/>
        </pc:sldMkLst>
        <pc:spChg chg="add mod">
          <ac:chgData name="Hector Matus" userId="9949bed8cc263c74" providerId="Windows Live" clId="Web-{0A12FEF6-EEF0-E364-0721-379FF4E6A216}" dt="2026-09-04T00:28:20.281" v="285" actId="1076"/>
          <ac:spMkLst>
            <pc:docMk/>
            <pc:sldMk cId="1791833307" sldId="641"/>
            <ac:spMk id="9" creationId="{3C528888-0B88-F954-7AF2-B1631C26F912}"/>
          </ac:spMkLst>
        </pc:spChg>
        <pc:picChg chg="add mod">
          <ac:chgData name="Hector Matus" userId="9949bed8cc263c74" providerId="Windows Live" clId="Web-{0A12FEF6-EEF0-E364-0721-379FF4E6A216}" dt="2026-09-04T00:14:26.691" v="36" actId="14100"/>
          <ac:picMkLst>
            <pc:docMk/>
            <pc:sldMk cId="1791833307" sldId="641"/>
            <ac:picMk id="6" creationId="{F297B6C4-5AB8-AAE1-60B7-9D9108DFC908}"/>
          </ac:picMkLst>
        </pc:picChg>
        <pc:picChg chg="del">
          <ac:chgData name="Hector Matus" userId="9949bed8cc263c74" providerId="Windows Live" clId="Web-{0A12FEF6-EEF0-E364-0721-379FF4E6A216}" dt="2026-09-04T00:13:05.560" v="24"/>
          <ac:picMkLst>
            <pc:docMk/>
            <pc:sldMk cId="1791833307" sldId="641"/>
            <ac:picMk id="7" creationId="{62241809-FFB2-BB38-829F-BF792960D112}"/>
          </ac:picMkLst>
        </pc:picChg>
        <pc:picChg chg="add mod">
          <ac:chgData name="Hector Matus" userId="9949bed8cc263c74" providerId="Windows Live" clId="Web-{0A12FEF6-EEF0-E364-0721-379FF4E6A216}" dt="2026-09-04T00:14:31.863" v="39" actId="14100"/>
          <ac:picMkLst>
            <pc:docMk/>
            <pc:sldMk cId="1791833307" sldId="641"/>
            <ac:picMk id="8" creationId="{D0D7DF92-06FC-403C-AD4B-958CCDCBD76F}"/>
          </ac:picMkLst>
        </pc:picChg>
      </pc:sldChg>
      <pc:sldChg chg="addSp delSp modSp add replId">
        <pc:chgData name="Hector Matus" userId="9949bed8cc263c74" providerId="Windows Live" clId="Web-{0A12FEF6-EEF0-E364-0721-379FF4E6A216}" dt="2026-09-04T00:26:56.603" v="207" actId="1076"/>
        <pc:sldMkLst>
          <pc:docMk/>
          <pc:sldMk cId="586606241" sldId="642"/>
        </pc:sldMkLst>
        <pc:spChg chg="mod">
          <ac:chgData name="Hector Matus" userId="9949bed8cc263c74" providerId="Windows Live" clId="Web-{0A12FEF6-EEF0-E364-0721-379FF4E6A216}" dt="2026-09-04T00:24:20.983" v="60" actId="14100"/>
          <ac:spMkLst>
            <pc:docMk/>
            <pc:sldMk cId="586606241" sldId="642"/>
            <ac:spMk id="5" creationId="{B2CFDDD3-9912-511E-2064-4B0F7F1E7604}"/>
          </ac:spMkLst>
        </pc:spChg>
        <pc:spChg chg="add del mod">
          <ac:chgData name="Hector Matus" userId="9949bed8cc263c74" providerId="Windows Live" clId="Web-{0A12FEF6-EEF0-E364-0721-379FF4E6A216}" dt="2026-09-04T00:26:06.569" v="203" actId="1076"/>
          <ac:spMkLst>
            <pc:docMk/>
            <pc:sldMk cId="586606241" sldId="642"/>
            <ac:spMk id="9" creationId="{6220E0FD-252D-307F-EA5C-0B827E8A1EE7}"/>
          </ac:spMkLst>
        </pc:spChg>
        <pc:picChg chg="del">
          <ac:chgData name="Hector Matus" userId="9949bed8cc263c74" providerId="Windows Live" clId="Web-{0A12FEF6-EEF0-E364-0721-379FF4E6A216}" dt="2026-09-04T00:15:50.900" v="42"/>
          <ac:picMkLst>
            <pc:docMk/>
            <pc:sldMk cId="586606241" sldId="642"/>
            <ac:picMk id="6" creationId="{4F1F3F1A-129A-0AAD-82FA-8F770A15B22D}"/>
          </ac:picMkLst>
        </pc:picChg>
        <pc:picChg chg="add mod">
          <ac:chgData name="Hector Matus" userId="9949bed8cc263c74" providerId="Windows Live" clId="Web-{0A12FEF6-EEF0-E364-0721-379FF4E6A216}" dt="2026-09-04T00:16:04.589" v="46" actId="1076"/>
          <ac:picMkLst>
            <pc:docMk/>
            <pc:sldMk cId="586606241" sldId="642"/>
            <ac:picMk id="7" creationId="{613F7480-1395-C374-E6A4-F766E4121339}"/>
          </ac:picMkLst>
        </pc:picChg>
        <pc:picChg chg="del">
          <ac:chgData name="Hector Matus" userId="9949bed8cc263c74" providerId="Windows Live" clId="Web-{0A12FEF6-EEF0-E364-0721-379FF4E6A216}" dt="2026-09-04T00:15:49.635" v="41"/>
          <ac:picMkLst>
            <pc:docMk/>
            <pc:sldMk cId="586606241" sldId="642"/>
            <ac:picMk id="8" creationId="{A192A0B5-D19E-742F-3769-BA3D404A7DDF}"/>
          </ac:picMkLst>
        </pc:picChg>
        <pc:picChg chg="add mod">
          <ac:chgData name="Hector Matus" userId="9949bed8cc263c74" providerId="Windows Live" clId="Web-{0A12FEF6-EEF0-E364-0721-379FF4E6A216}" dt="2026-09-04T00:26:56.603" v="207" actId="1076"/>
          <ac:picMkLst>
            <pc:docMk/>
            <pc:sldMk cId="586606241" sldId="642"/>
            <ac:picMk id="11" creationId="{853E653C-B5F2-2648-93BB-D402E2E6798C}"/>
          </ac:picMkLst>
        </pc:picChg>
      </pc:sldChg>
      <pc:sldChg chg="new del">
        <pc:chgData name="Hector Matus" userId="9949bed8cc263c74" providerId="Windows Live" clId="Web-{0A12FEF6-EEF0-E364-0721-379FF4E6A216}" dt="2026-09-04T12:51:39.173" v="543"/>
        <pc:sldMkLst>
          <pc:docMk/>
          <pc:sldMk cId="2757208120" sldId="643"/>
        </pc:sldMkLst>
      </pc:sldChg>
    </pc:docChg>
  </pc:docChgLst>
  <pc:docChgLst>
    <pc:chgData name="Hector Matus" userId="9949bed8cc263c74" providerId="Windows Live" clId="Web-{00000000-0000-0000-0000-000000000000}"/>
    <pc:docChg chg="addSld modSld">
      <pc:chgData name="Hector Matus" userId="9949bed8cc263c74" providerId="Windows Live" clId="Web-{00000000-0000-0000-0000-000000000000}" dt="2026-09-03T23:04:12.158" v="20"/>
      <pc:docMkLst>
        <pc:docMk/>
      </pc:docMkLst>
      <pc:sldChg chg="modSp">
        <pc:chgData name="Hector Matus" userId="9949bed8cc263c74" providerId="Windows Live" clId="Web-{00000000-0000-0000-0000-000000000000}" dt="2026-09-03T23:03:11.515" v="15" actId="1076"/>
        <pc:sldMkLst>
          <pc:docMk/>
          <pc:sldMk cId="834884762" sldId="575"/>
        </pc:sldMkLst>
        <pc:spChg chg="mod">
          <ac:chgData name="Hector Matus" userId="9949bed8cc263c74" providerId="Windows Live" clId="Web-{00000000-0000-0000-0000-000000000000}" dt="2026-09-03T23:02:58.124" v="13" actId="14100"/>
          <ac:spMkLst>
            <pc:docMk/>
            <pc:sldMk cId="834884762" sldId="575"/>
            <ac:spMk id="3" creationId="{7020DF13-F356-0F9A-1C7F-8B7F5C5B400D}"/>
          </ac:spMkLst>
        </pc:spChg>
        <pc:picChg chg="mod">
          <ac:chgData name="Hector Matus" userId="9949bed8cc263c74" providerId="Windows Live" clId="Web-{00000000-0000-0000-0000-000000000000}" dt="2026-09-03T23:03:03.359" v="14" actId="1076"/>
          <ac:picMkLst>
            <pc:docMk/>
            <pc:sldMk cId="834884762" sldId="575"/>
            <ac:picMk id="8" creationId="{30930764-A70D-9886-7688-0115D0AE07DA}"/>
          </ac:picMkLst>
        </pc:picChg>
        <pc:picChg chg="mod">
          <ac:chgData name="Hector Matus" userId="9949bed8cc263c74" providerId="Windows Live" clId="Web-{00000000-0000-0000-0000-000000000000}" dt="2026-09-03T23:03:11.515" v="15" actId="1076"/>
          <ac:picMkLst>
            <pc:docMk/>
            <pc:sldMk cId="834884762" sldId="575"/>
            <ac:picMk id="11" creationId="{F6EEBF33-79F5-18DB-AD73-789AEF6CC4DD}"/>
          </ac:picMkLst>
        </pc:picChg>
      </pc:sldChg>
      <pc:sldChg chg="modSp">
        <pc:chgData name="Hector Matus" userId="9949bed8cc263c74" providerId="Windows Live" clId="Web-{00000000-0000-0000-0000-000000000000}" dt="2026-09-03T23:03:55.486" v="18" actId="1076"/>
        <pc:sldMkLst>
          <pc:docMk/>
          <pc:sldMk cId="1337477320" sldId="576"/>
        </pc:sldMkLst>
        <pc:picChg chg="mod">
          <ac:chgData name="Hector Matus" userId="9949bed8cc263c74" providerId="Windows Live" clId="Web-{00000000-0000-0000-0000-000000000000}" dt="2026-09-03T23:03:52.642" v="17" actId="1076"/>
          <ac:picMkLst>
            <pc:docMk/>
            <pc:sldMk cId="1337477320" sldId="576"/>
            <ac:picMk id="8" creationId="{9D73731F-291E-6D43-B19B-A93035223022}"/>
          </ac:picMkLst>
        </pc:picChg>
        <pc:picChg chg="mod">
          <ac:chgData name="Hector Matus" userId="9949bed8cc263c74" providerId="Windows Live" clId="Web-{00000000-0000-0000-0000-000000000000}" dt="2026-09-03T23:03:55.486" v="18" actId="1076"/>
          <ac:picMkLst>
            <pc:docMk/>
            <pc:sldMk cId="1337477320" sldId="576"/>
            <ac:picMk id="11" creationId="{A289A0E5-8D9A-51C1-602D-2163F0DF8621}"/>
          </ac:picMkLst>
        </pc:picChg>
      </pc:sldChg>
      <pc:sldChg chg="delSp">
        <pc:chgData name="Hector Matus" userId="9949bed8cc263c74" providerId="Windows Live" clId="Web-{00000000-0000-0000-0000-000000000000}" dt="2026-09-03T23:04:12.158" v="20"/>
        <pc:sldMkLst>
          <pc:docMk/>
          <pc:sldMk cId="1282713372" sldId="590"/>
        </pc:sldMkLst>
        <pc:spChg chg="del">
          <ac:chgData name="Hector Matus" userId="9949bed8cc263c74" providerId="Windows Live" clId="Web-{00000000-0000-0000-0000-000000000000}" dt="2026-09-03T23:04:12.158" v="20"/>
          <ac:spMkLst>
            <pc:docMk/>
            <pc:sldMk cId="1282713372" sldId="590"/>
            <ac:spMk id="5" creationId="{7450CEC8-3BB0-0CBA-8F78-38346AA5385F}"/>
          </ac:spMkLst>
        </pc:spChg>
        <pc:spChg chg="del">
          <ac:chgData name="Hector Matus" userId="9949bed8cc263c74" providerId="Windows Live" clId="Web-{00000000-0000-0000-0000-000000000000}" dt="2026-09-03T23:04:12.158" v="19"/>
          <ac:spMkLst>
            <pc:docMk/>
            <pc:sldMk cId="1282713372" sldId="590"/>
            <ac:spMk id="15" creationId="{AAC27AAF-421D-49D0-C398-96C3451ED9AF}"/>
          </ac:spMkLst>
        </pc:spChg>
      </pc:sldChg>
      <pc:sldChg chg="addSp delSp modSp add replId">
        <pc:chgData name="Hector Matus" userId="9949bed8cc263c74" providerId="Windows Live" clId="Web-{00000000-0000-0000-0000-000000000000}" dt="2026-09-03T23:02:14.232" v="12" actId="1076"/>
        <pc:sldMkLst>
          <pc:docMk/>
          <pc:sldMk cId="1682810316" sldId="639"/>
        </pc:sldMkLst>
        <pc:picChg chg="add mod">
          <ac:chgData name="Hector Matus" userId="9949bed8cc263c74" providerId="Windows Live" clId="Web-{00000000-0000-0000-0000-000000000000}" dt="2026-09-03T23:02:14.232" v="12" actId="1076"/>
          <ac:picMkLst>
            <pc:docMk/>
            <pc:sldMk cId="1682810316" sldId="639"/>
            <ac:picMk id="4" creationId="{8D0EB5C6-3F74-8931-C492-E66F8F886E19}"/>
          </ac:picMkLst>
        </pc:picChg>
        <pc:picChg chg="del">
          <ac:chgData name="Hector Matus" userId="9949bed8cc263c74" providerId="Windows Live" clId="Web-{00000000-0000-0000-0000-000000000000}" dt="2026-09-03T23:00:26.696" v="4"/>
          <ac:picMkLst>
            <pc:docMk/>
            <pc:sldMk cId="1682810316" sldId="639"/>
            <ac:picMk id="9" creationId="{463ACC1F-B6F1-1B65-017A-83555252B1F4}"/>
          </ac:picMkLst>
        </pc:picChg>
        <pc:picChg chg="del">
          <ac:chgData name="Hector Matus" userId="9949bed8cc263c74" providerId="Windows Live" clId="Web-{00000000-0000-0000-0000-000000000000}" dt="2026-09-03T23:00:26.118" v="3"/>
          <ac:picMkLst>
            <pc:docMk/>
            <pc:sldMk cId="1682810316" sldId="639"/>
            <ac:picMk id="10" creationId="{B94AF2AC-42BC-C064-2AE0-563299732788}"/>
          </ac:picMkLst>
        </pc:picChg>
        <pc:picChg chg="del">
          <ac:chgData name="Hector Matus" userId="9949bed8cc263c74" providerId="Windows Live" clId="Web-{00000000-0000-0000-0000-000000000000}" dt="2026-09-03T23:00:27.493" v="5"/>
          <ac:picMkLst>
            <pc:docMk/>
            <pc:sldMk cId="1682810316" sldId="639"/>
            <ac:picMk id="11" creationId="{2C2B9657-9C45-F118-EE02-483516506870}"/>
          </ac:picMkLst>
        </pc:picChg>
        <pc:picChg chg="del">
          <ac:chgData name="Hector Matus" userId="9949bed8cc263c74" providerId="Windows Live" clId="Web-{00000000-0000-0000-0000-000000000000}" dt="2026-09-03T23:00:24.102" v="1"/>
          <ac:picMkLst>
            <pc:docMk/>
            <pc:sldMk cId="1682810316" sldId="639"/>
            <ac:picMk id="12" creationId="{EEEBB475-E27D-383D-CDAD-DCC01C214590}"/>
          </ac:picMkLst>
        </pc:picChg>
        <pc:picChg chg="del">
          <ac:chgData name="Hector Matus" userId="9949bed8cc263c74" providerId="Windows Live" clId="Web-{00000000-0000-0000-0000-000000000000}" dt="2026-09-03T23:00:24.962" v="2"/>
          <ac:picMkLst>
            <pc:docMk/>
            <pc:sldMk cId="1682810316" sldId="639"/>
            <ac:picMk id="14" creationId="{A61FC4F6-9C40-9754-A18E-5757A68ED14D}"/>
          </ac:picMkLst>
        </pc:picChg>
      </pc:sldChg>
    </pc:docChg>
  </pc:docChgLst>
  <pc:docChgLst>
    <pc:chgData name="Hector Matus" userId="9949bed8cc263c74" providerId="Windows Live" clId="Web-{DFF2027C-815C-B18F-62BB-69736482F6E2}"/>
    <pc:docChg chg="delSld modSld">
      <pc:chgData name="Hector Matus" userId="9949bed8cc263c74" providerId="Windows Live" clId="Web-{DFF2027C-815C-B18F-62BB-69736482F6E2}" dt="2026-08-06T22:41:08.635" v="49" actId="14100"/>
      <pc:docMkLst>
        <pc:docMk/>
      </pc:docMkLst>
      <pc:sldChg chg="addSp delSp modSp">
        <pc:chgData name="Hector Matus" userId="9949bed8cc263c74" providerId="Windows Live" clId="Web-{DFF2027C-815C-B18F-62BB-69736482F6E2}" dt="2026-08-06T22:41:08.635" v="49" actId="14100"/>
        <pc:sldMkLst>
          <pc:docMk/>
          <pc:sldMk cId="2266179142" sldId="598"/>
        </pc:sldMkLst>
      </pc:sldChg>
      <pc:sldChg chg="addSp delSp modSp">
        <pc:chgData name="Hector Matus" userId="9949bed8cc263c74" providerId="Windows Live" clId="Web-{DFF2027C-815C-B18F-62BB-69736482F6E2}" dt="2026-08-06T22:39:13.772" v="42" actId="1076"/>
        <pc:sldMkLst>
          <pc:docMk/>
          <pc:sldMk cId="612571066" sldId="634"/>
        </pc:sldMkLst>
        <pc:spChg chg="mod">
          <ac:chgData name="Hector Matus" userId="9949bed8cc263c74" providerId="Windows Live" clId="Web-{DFF2027C-815C-B18F-62BB-69736482F6E2}" dt="2026-08-06T22:38:59.880" v="38" actId="20577"/>
          <ac:spMkLst>
            <pc:docMk/>
            <pc:sldMk cId="612571066" sldId="634"/>
            <ac:spMk id="10" creationId="{3F17C004-853A-F7DC-DD17-FBB5EF54DA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55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2.png"/><Relationship Id="rId7" Type="http://schemas.openxmlformats.org/officeDocument/2006/relationships/image" Target="../media/image3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9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DCA8-636C-158D-66C1-48B5C145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68B5CEBA-5372-DCBC-3926-096FE8EE1049}"/>
              </a:ext>
            </a:extLst>
          </p:cNvPr>
          <p:cNvSpPr/>
          <p:nvPr/>
        </p:nvSpPr>
        <p:spPr>
          <a:xfrm>
            <a:off x="892843" y="125685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292AECBB-AAF0-F7E8-264E-B9A19BFDEAF5}"/>
              </a:ext>
            </a:extLst>
          </p:cNvPr>
          <p:cNvSpPr/>
          <p:nvPr/>
        </p:nvSpPr>
        <p:spPr>
          <a:xfrm>
            <a:off x="892086" y="-32589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8B00901D-461C-AAC2-104A-A932C4FA849B}"/>
              </a:ext>
            </a:extLst>
          </p:cNvPr>
          <p:cNvSpPr txBox="1"/>
          <p:nvPr/>
        </p:nvSpPr>
        <p:spPr>
          <a:xfrm>
            <a:off x="714613" y="887930"/>
            <a:ext cx="8324372" cy="21904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endParaRPr lang="es-ES" sz="6600" b="1" spc="289">
              <a:latin typeface="Avenir Bold"/>
            </a:endParaRPr>
          </a:p>
          <a:p>
            <a:pPr algn="ctr">
              <a:lnSpc>
                <a:spcPts val="4076"/>
              </a:lnSpc>
            </a:pPr>
            <a:endParaRPr lang="es-ES" sz="6600" b="1" spc="289">
              <a:latin typeface="Avenir Bold"/>
            </a:endParaRPr>
          </a:p>
          <a:p>
            <a:pPr algn="ctr">
              <a:lnSpc>
                <a:spcPts val="4076"/>
              </a:lnSpc>
            </a:pPr>
            <a:r>
              <a:rPr lang="es-ES" sz="6600" b="1" u="sng" spc="289">
                <a:latin typeface="Avenir Bold"/>
              </a:rPr>
              <a:t>OPERACIONES</a:t>
            </a:r>
            <a:endParaRPr lang="en-US" sz="6600" b="1" u="sng" spc="289">
              <a:latin typeface="Avenir Bold"/>
              <a:ea typeface="Avenir Bold"/>
              <a:cs typeface="Avenir Bold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971B39F9-882D-DFAB-C405-CB5D7098807C}"/>
              </a:ext>
            </a:extLst>
          </p:cNvPr>
          <p:cNvSpPr txBox="1"/>
          <p:nvPr/>
        </p:nvSpPr>
        <p:spPr>
          <a:xfrm>
            <a:off x="1328460" y="3402590"/>
            <a:ext cx="7096679" cy="12472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endParaRPr lang="en-US" b="1" spc="289"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spc="289">
              <a:latin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r>
              <a:rPr lang="en-US" sz="4800" b="1" u="sng" spc="289">
                <a:latin typeface="Avenir Bold"/>
                <a:sym typeface="Avenir Bold"/>
              </a:rPr>
              <a:t>AGOSTO 2026</a:t>
            </a:r>
            <a:endParaRPr lang="en-US" sz="4800" b="1" u="sng" spc="289">
              <a:latin typeface="Avenir Bold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103B7F2-DC10-3514-D2DF-5919FB3C6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0BD16B0-7D80-448D-7AF7-676D829BC0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17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22BF-F7E4-7584-C29C-C23EA6CA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8">
            <a:extLst>
              <a:ext uri="{FF2B5EF4-FFF2-40B4-BE49-F238E27FC236}">
                <a16:creationId xmlns:a16="http://schemas.microsoft.com/office/drawing/2014/main" id="{53BF98B9-B63B-23BC-2055-4D973857899C}"/>
              </a:ext>
            </a:extLst>
          </p:cNvPr>
          <p:cNvSpPr txBox="1"/>
          <p:nvPr/>
        </p:nvSpPr>
        <p:spPr>
          <a:xfrm>
            <a:off x="2936232" y="596863"/>
            <a:ext cx="3881119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PRODUCCIÓN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9DAAA45-E323-2BBC-4DE9-DB477EEA9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8E8488E-5D3C-387D-0998-B456263DC2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55171CF-5831-ABDC-A47F-3828E85E44FC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A9F8B48-0B6C-B120-42E4-9795D8232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27" y="1158454"/>
            <a:ext cx="9354856" cy="1124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758573C-20DA-F886-0698-14EBC5798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918" y="2841267"/>
            <a:ext cx="5877745" cy="32294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5397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F193-AA55-6045-5B42-218D2404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8">
            <a:extLst>
              <a:ext uri="{FF2B5EF4-FFF2-40B4-BE49-F238E27FC236}">
                <a16:creationId xmlns:a16="http://schemas.microsoft.com/office/drawing/2014/main" id="{3FF96C46-DDCF-BF5D-BB15-767227E65A62}"/>
              </a:ext>
            </a:extLst>
          </p:cNvPr>
          <p:cNvSpPr txBox="1"/>
          <p:nvPr/>
        </p:nvSpPr>
        <p:spPr>
          <a:xfrm>
            <a:off x="2936232" y="596863"/>
            <a:ext cx="3881119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PRODUCCIÓN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23831A9-D480-6948-56E7-C39589DC3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1B87BC1-977F-A926-B88A-FCFDCB9F75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570107-1864-D62F-337C-6CC9E28BB41E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2A1D41D-D11B-2BAE-B8D2-D6BFA1DE7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837" y="1284244"/>
            <a:ext cx="7563906" cy="828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972C4CB-F727-2178-1831-FE0595D63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944" y="2468109"/>
            <a:ext cx="4953691" cy="35628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6597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2012B-35CA-9A5B-3C86-A26A0913A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8">
            <a:extLst>
              <a:ext uri="{FF2B5EF4-FFF2-40B4-BE49-F238E27FC236}">
                <a16:creationId xmlns:a16="http://schemas.microsoft.com/office/drawing/2014/main" id="{2E4C62CB-8BDF-9891-EEB3-57BA391265A0}"/>
              </a:ext>
            </a:extLst>
          </p:cNvPr>
          <p:cNvSpPr txBox="1"/>
          <p:nvPr/>
        </p:nvSpPr>
        <p:spPr>
          <a:xfrm>
            <a:off x="1309614" y="596863"/>
            <a:ext cx="7134372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RESUMEN INDICADORES GENERALES PLANTA.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FC21C51-2FC7-81A2-F6F3-88F67912F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D890241-83FA-AE24-4AD8-657A719B2B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6DCE833-E837-FE44-0559-C87FAD791215}"/>
              </a:ext>
            </a:extLst>
          </p:cNvPr>
          <p:cNvSpPr txBox="1"/>
          <p:nvPr/>
        </p:nvSpPr>
        <p:spPr>
          <a:xfrm>
            <a:off x="1885530" y="6576536"/>
            <a:ext cx="5982535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/>
              <a:t>CONSIDERAR QUE ESTA INCLUIDO EL PERSONAL QUE TRABAJA CASI DE FORMA EXCLUSIVA EN EL RECALL DE TOTTUS.</a:t>
            </a:r>
            <a:endParaRPr lang="es-CL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A4B6F-A79F-366E-C7B7-1D160030CC01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D436F07-5BF0-3868-94E1-52DFA2A82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17" y="1112417"/>
            <a:ext cx="9335803" cy="15051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6CB3A1D-4E5F-D936-B156-969FAD00C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992" y="2820936"/>
            <a:ext cx="5915851" cy="33818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8293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BD607-6230-969A-020B-642AE5E1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FC775D9-B65C-8625-CF3F-909E824B4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AB1EF2E-ECF1-FB50-590C-2AC0F88B15E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BCB97A72-4F20-60BC-3D7D-376C6A09EBBF}"/>
              </a:ext>
            </a:extLst>
          </p:cNvPr>
          <p:cNvSpPr txBox="1"/>
          <p:nvPr/>
        </p:nvSpPr>
        <p:spPr>
          <a:xfrm>
            <a:off x="1309614" y="596863"/>
            <a:ext cx="7134372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NIVEL DE SERVICIO [UND.]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8E830-73E7-E24E-5AC4-D3C375D0CDBC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EDBAA-EA32-A067-9AF0-CD1E7038D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63" y="1059354"/>
            <a:ext cx="9392961" cy="1076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BA446ED-8DF7-13FE-5087-D092A2C9E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069" y="2267769"/>
            <a:ext cx="7868748" cy="4229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3741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891BF-3931-1A93-0286-7F94074F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2BCCF95-D9B5-BB82-D9D5-4165E6128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43920CA-5D1D-4356-D47F-5172DA98AE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7728D61D-8179-2531-25A5-A38A495C0A31}"/>
              </a:ext>
            </a:extLst>
          </p:cNvPr>
          <p:cNvSpPr txBox="1"/>
          <p:nvPr/>
        </p:nvSpPr>
        <p:spPr>
          <a:xfrm>
            <a:off x="1309614" y="596863"/>
            <a:ext cx="7134372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NIVEL DE SERVICIO [C.C.]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70600-634D-6DFA-0F28-37359672D64D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F3B15EF-F8DE-C5D5-07CC-35A0502F0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17" y="1159138"/>
            <a:ext cx="9364382" cy="10669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AD54D27-0208-1241-4776-CA90AB466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6032" y="2621794"/>
            <a:ext cx="5801535" cy="3534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5608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AC8302E0-0484-932B-C1E6-DACE2C7F6787}"/>
              </a:ext>
            </a:extLst>
          </p:cNvPr>
          <p:cNvSpPr txBox="1"/>
          <p:nvPr/>
        </p:nvSpPr>
        <p:spPr>
          <a:xfrm>
            <a:off x="1309614" y="596863"/>
            <a:ext cx="7134372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NIVEL DE SERVICIO [C.C.] DETALLE ATRASADO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7E10755-ED9B-2C0B-ED43-135F5F612E42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BCC792-62DD-E856-5A83-3A65550E3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9" y="2758326"/>
            <a:ext cx="9679022" cy="17985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5397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F8DBF-EEF7-921E-0A46-612572D7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BBD8EE4-A825-CAF6-162A-ABE2EC9FD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06FF64D-BBAE-1E7B-D5E4-58CE1FFC88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3B132EF7-B151-15B2-C6C9-A35AEC324C56}"/>
              </a:ext>
            </a:extLst>
          </p:cNvPr>
          <p:cNvSpPr txBox="1"/>
          <p:nvPr/>
        </p:nvSpPr>
        <p:spPr>
          <a:xfrm>
            <a:off x="2960057" y="596863"/>
            <a:ext cx="383348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MERMAS PRODUCCIÓN.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B35F3-4079-B13C-4057-5CB44D46BA97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9C3E993-4F8C-B23E-F436-2BAF41F27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27" y="1143618"/>
            <a:ext cx="9354856" cy="1238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9882305-0E7E-CEB8-3C67-05FA5B42D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6346" y="2749007"/>
            <a:ext cx="7020905" cy="35914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8385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7EA28-F109-BE4B-115F-5D91E87C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8A12807-738C-B515-6076-DF2573797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D58D6AD-561F-6F14-624A-DDAB1B8F59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A703C820-C08A-8454-BDE8-E81F1A8AEC6C}"/>
              </a:ext>
            </a:extLst>
          </p:cNvPr>
          <p:cNvSpPr txBox="1"/>
          <p:nvPr/>
        </p:nvSpPr>
        <p:spPr>
          <a:xfrm>
            <a:off x="2960057" y="596863"/>
            <a:ext cx="383348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MERMAS PRODUCCIÓN.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3CB7297A-69A4-D338-4574-AA7AE87CCAD9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6D7A47F-FFE7-98F4-FE0C-F40984B6F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01" y="1146213"/>
            <a:ext cx="9364382" cy="1238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41D3135-5B9B-2873-782D-08D9329B2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5992" y="2639857"/>
            <a:ext cx="6620799" cy="3734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945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EAE2-40E4-BEF0-68BD-68CCBC4A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3442978-76B6-0E30-F9B7-A9643FFA5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A6B6E86-8320-82CA-5E0F-D3D3AA065C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B3F1B0BB-8D89-E893-B06F-488204C2CB09}"/>
              </a:ext>
            </a:extLst>
          </p:cNvPr>
          <p:cNvSpPr txBox="1"/>
          <p:nvPr/>
        </p:nvSpPr>
        <p:spPr>
          <a:xfrm>
            <a:off x="2960057" y="596863"/>
            <a:ext cx="383348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MERMAS PRODUCCIÓN.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BA16B00-D21B-FD09-BDAD-3CBB542D3750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E6F5889-6D0F-3171-3B57-C60290273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22" y="1147303"/>
            <a:ext cx="9392961" cy="12670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CE0B76B-1B32-CBEB-57DE-697A70AD3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768" y="2816204"/>
            <a:ext cx="6354062" cy="36866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696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91819-AD12-FC78-D0CB-474CF58D9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A41C50A-F0FB-C338-B01C-357B4E535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7F8B350-5450-BE95-03D2-BD8DB0754A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73F160E3-B273-4255-8355-29E5D0705552}"/>
              </a:ext>
            </a:extLst>
          </p:cNvPr>
          <p:cNvSpPr txBox="1"/>
          <p:nvPr/>
        </p:nvSpPr>
        <p:spPr>
          <a:xfrm>
            <a:off x="2960057" y="596863"/>
            <a:ext cx="383348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MERMAS PRODUCCIÓN.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385238B-6445-1A50-8394-83C0A08B914B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E7C66A2-86CA-9FB3-3BD9-6DA6B5D59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37" y="1338977"/>
            <a:ext cx="9364382" cy="12193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FE7CFAF-A4D4-277E-27C1-F538D157F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9966" y="2841923"/>
            <a:ext cx="5363323" cy="3581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918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37EBD-A7DD-628F-4980-0EC28FB40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ADC8CDD-62D9-7977-C1E0-A2F8D0936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920FFC0-9BF9-84B8-FECA-8BD1033814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59E16457-FBDA-F7B1-D570-1A42631A2216}"/>
              </a:ext>
            </a:extLst>
          </p:cNvPr>
          <p:cNvSpPr txBox="1"/>
          <p:nvPr/>
        </p:nvSpPr>
        <p:spPr>
          <a:xfrm>
            <a:off x="2960057" y="596863"/>
            <a:ext cx="383348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MERMAS PRODUCCIÓN.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28C89DF-297D-3782-798D-E04B9A049F58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E606F9A-07D4-2718-DD2A-DE9B052DA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348" y="1909518"/>
            <a:ext cx="6658904" cy="3496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0774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C8650-9F8C-23A8-E945-75A6A00C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ADA5350-0DC1-94D1-EE73-50B356033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0144F1F-E0BD-C48B-AD82-36CE0279E7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C8D0DAD0-D2D2-DB21-60B5-0D8D0AFCE705}"/>
              </a:ext>
            </a:extLst>
          </p:cNvPr>
          <p:cNvSpPr txBox="1"/>
          <p:nvPr/>
        </p:nvSpPr>
        <p:spPr>
          <a:xfrm>
            <a:off x="2960057" y="596863"/>
            <a:ext cx="383348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AVANCE RECALL TOTTUS.</a:t>
            </a:r>
          </a:p>
        </p:txBody>
      </p:sp>
      <p:pic>
        <p:nvPicPr>
          <p:cNvPr id="7" name="Imagen 6" descr="Imagen que contiene interior, refrigerador, abrir, llenado&#10;&#10;El contenido generado por IA puede ser incorrecto.">
            <a:extLst>
              <a:ext uri="{FF2B5EF4-FFF2-40B4-BE49-F238E27FC236}">
                <a16:creationId xmlns:a16="http://schemas.microsoft.com/office/drawing/2014/main" id="{E2A48054-D944-545A-ACFB-DD1C9AFAB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66" y="925221"/>
            <a:ext cx="2738801" cy="3785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 descr="Imagen que contiene edificio, ladrillo, caja, maleta&#10;&#10;El contenido generado por IA puede ser incorrecto.">
            <a:extLst>
              <a:ext uri="{FF2B5EF4-FFF2-40B4-BE49-F238E27FC236}">
                <a16:creationId xmlns:a16="http://schemas.microsoft.com/office/drawing/2014/main" id="{74B55858-81EE-4FCA-9FE4-E71F9B826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777" y="926612"/>
            <a:ext cx="3440165" cy="37859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7519478F-E467-5CFC-495C-1310ADCDD738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B7A164B-0926-49E9-EC43-69F2B31EC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556" y="4931093"/>
            <a:ext cx="7592485" cy="14003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4897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5D018-F990-711C-798C-3CA79D4B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FC50227-95EC-F88C-A9E2-3AD47479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F4BE729E-A2D2-F247-A1D0-174EC8D1F1BB}"/>
              </a:ext>
            </a:extLst>
          </p:cNvPr>
          <p:cNvSpPr/>
          <p:nvPr/>
        </p:nvSpPr>
        <p:spPr>
          <a:xfrm>
            <a:off x="892843" y="125685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F73C3B83-F5A0-5E02-F425-48E423AFF19C}"/>
              </a:ext>
            </a:extLst>
          </p:cNvPr>
          <p:cNvSpPr/>
          <p:nvPr/>
        </p:nvSpPr>
        <p:spPr>
          <a:xfrm>
            <a:off x="892086" y="-32589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452A9010-B459-6500-A6FA-83D2523E72E5}"/>
              </a:ext>
            </a:extLst>
          </p:cNvPr>
          <p:cNvSpPr txBox="1"/>
          <p:nvPr/>
        </p:nvSpPr>
        <p:spPr>
          <a:xfrm>
            <a:off x="946825" y="202856"/>
            <a:ext cx="7859948" cy="243473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endParaRPr lang="es-ES" sz="4400" b="1" u="sng" spc="289">
              <a:latin typeface="Avenir Bold"/>
            </a:endParaRPr>
          </a:p>
          <a:p>
            <a:pPr algn="ctr">
              <a:lnSpc>
                <a:spcPts val="4076"/>
              </a:lnSpc>
            </a:pPr>
            <a:r>
              <a:rPr lang="es-ES" sz="4400" b="1" u="sng" spc="289">
                <a:latin typeface="Avenir Bold"/>
              </a:rPr>
              <a:t>ASEGURAMIENTO DE CALIDAD Y GESTIÓN DE RESIDUOS.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F19C4800-8756-EC4B-EBA0-98FDD992939B}"/>
              </a:ext>
            </a:extLst>
          </p:cNvPr>
          <p:cNvSpPr txBox="1"/>
          <p:nvPr/>
        </p:nvSpPr>
        <p:spPr>
          <a:xfrm>
            <a:off x="2760788" y="2871555"/>
            <a:ext cx="4232021" cy="38452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endParaRPr lang="en-US" b="1" spc="289"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spc="289">
              <a:latin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u="sng" spc="289">
              <a:latin typeface="Avenir Bold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78C220-6A0E-9BBB-2038-9011DBDE05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9FCCC5D-2074-F148-C69B-12F579B00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193" y="2871555"/>
            <a:ext cx="2488710" cy="24887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4CFC568-EC88-3849-926B-BC49426FC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017" y="4311955"/>
            <a:ext cx="2462115" cy="246211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3235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C181-9819-CF3D-0557-CA02C56A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3BE868E-6EF2-2FF1-46E1-C513CA2EC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6013A0B-22C3-4DD9-627A-9EADC1DEFC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AE46AF8E-3F62-C304-4DA0-E3C584190B1D}"/>
              </a:ext>
            </a:extLst>
          </p:cNvPr>
          <p:cNvSpPr txBox="1"/>
          <p:nvPr/>
        </p:nvSpPr>
        <p:spPr>
          <a:xfrm>
            <a:off x="1596292" y="596863"/>
            <a:ext cx="656101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CALIDAD – RESISTENCIA.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4E58CF5D-1824-5705-5625-4A53392CB3DF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AE4488C-38F6-3355-44DD-3B7E4B19C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291" y="929345"/>
            <a:ext cx="6561015" cy="30142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2CFE72B-92E9-F505-8636-18901CD4B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22" y="4128446"/>
            <a:ext cx="4479076" cy="2087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E8F9B5B-EACC-8E07-BD21-F4B149F0B9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914" y="4128445"/>
            <a:ext cx="4420172" cy="2087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9741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79E05-9647-1469-D1B3-D8F78A14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EFBCC47-FBE8-5B13-8B05-3E20FE007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EA9962-2478-05E2-12C5-4AB77C4FF8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79498F46-7B85-F8D8-C085-812C3C6FD175}"/>
              </a:ext>
            </a:extLst>
          </p:cNvPr>
          <p:cNvSpPr txBox="1"/>
          <p:nvPr/>
        </p:nvSpPr>
        <p:spPr>
          <a:xfrm>
            <a:off x="1596292" y="596863"/>
            <a:ext cx="656101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CALIDAD – TEST DE ROCE.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CA8FFB3-36D0-2F7C-A591-47CD28D61B33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5251BCC-4B39-0D5D-06A7-88EAD635E5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679"/>
          <a:stretch>
            <a:fillRect/>
          </a:stretch>
        </p:blipFill>
        <p:spPr>
          <a:xfrm>
            <a:off x="1647244" y="1136890"/>
            <a:ext cx="6459110" cy="20246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B64B116-D58E-6859-8E28-7C782CE85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1242" y="3410469"/>
            <a:ext cx="6011114" cy="27816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802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A2CC8-3478-C56C-19FD-361D49B5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0E0F58F-97CC-6EE6-3AC1-F51F3F972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0E13C3F-7D0A-90A7-B968-C09A0EAEAE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BF0576BC-5AD7-D8E9-23BD-205DCAA3A1DA}"/>
              </a:ext>
            </a:extLst>
          </p:cNvPr>
          <p:cNvSpPr txBox="1"/>
          <p:nvPr/>
        </p:nvSpPr>
        <p:spPr>
          <a:xfrm>
            <a:off x="1596292" y="596863"/>
            <a:ext cx="656101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CALIDAD – INFORMES.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BEF70C8-8AA5-6B5C-B0B9-754A30C0A69D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92C2030-94B4-10D7-9060-3E831E0DD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57" y="1470668"/>
            <a:ext cx="9455285" cy="24395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2438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4374-F5F0-8CEF-5F44-0CB9BF6F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A5B89B9-B033-1543-320F-3C355368E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E50F795-5320-8FA1-8AB5-7164358882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24DD4558-9D90-5303-8617-7A7EF1D70DFA}"/>
              </a:ext>
            </a:extLst>
          </p:cNvPr>
          <p:cNvSpPr txBox="1"/>
          <p:nvPr/>
        </p:nvSpPr>
        <p:spPr>
          <a:xfrm>
            <a:off x="533399" y="585944"/>
            <a:ext cx="8686799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GESTIÓN DE RESIDUOS – CALENDARIO DE DECLARACIONES.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714F620-A6BE-B4C4-BC69-61009B797772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4CAE6BE-1F3E-A389-E8F9-6F58C2501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49" y="1756101"/>
            <a:ext cx="9426102" cy="15333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0803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D0545-786B-3591-CB10-B1685928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4712494-52B8-E876-8DA4-1BA6E5181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ACEEECE-471A-91EA-1A49-6D901CFECA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22DA7818-6790-55AA-C810-669636BEA593}"/>
              </a:ext>
            </a:extLst>
          </p:cNvPr>
          <p:cNvSpPr txBox="1"/>
          <p:nvPr/>
        </p:nvSpPr>
        <p:spPr>
          <a:xfrm>
            <a:off x="533399" y="585944"/>
            <a:ext cx="8686799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GESTIÓN DE RESIDUOS – PUNTOS LIMPIOS.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2146CF-5C1A-A324-5528-9C6954AB7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90973" y="3642440"/>
            <a:ext cx="1430906" cy="1907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8F3E3E4-FEE8-1DC7-086A-D0D919B933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335917" y="5282326"/>
            <a:ext cx="1430907" cy="19078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D0350FE-19CA-62DC-7F49-3501FEAC8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29105" y="5282327"/>
            <a:ext cx="1430907" cy="19078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4F372A9-10D1-73BE-BECE-DCC6E860BE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563" y="3880924"/>
            <a:ext cx="1907876" cy="14309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985226A-E4CF-D80C-2D53-F0CA416E0E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025" y="3880924"/>
            <a:ext cx="1907876" cy="14309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67283BC-CC06-337A-13B3-9AA339DDA9AA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452E961-3CE7-C608-DE39-E25EB1C633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42" y="1425625"/>
            <a:ext cx="8835515" cy="16939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489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952DF-8463-6E94-9B4C-129BBB48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B0F0F966-94E6-7CA6-E1E0-44F90B9D8137}"/>
              </a:ext>
            </a:extLst>
          </p:cNvPr>
          <p:cNvSpPr/>
          <p:nvPr/>
        </p:nvSpPr>
        <p:spPr>
          <a:xfrm>
            <a:off x="892843" y="125685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118B582B-3095-EE76-C2C6-2DA933F46E50}"/>
              </a:ext>
            </a:extLst>
          </p:cNvPr>
          <p:cNvSpPr/>
          <p:nvPr/>
        </p:nvSpPr>
        <p:spPr>
          <a:xfrm>
            <a:off x="892086" y="-32589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260230ED-6CA9-8F9F-1F00-621C1B0D1B18}"/>
              </a:ext>
            </a:extLst>
          </p:cNvPr>
          <p:cNvSpPr txBox="1"/>
          <p:nvPr/>
        </p:nvSpPr>
        <p:spPr>
          <a:xfrm>
            <a:off x="2090359" y="869601"/>
            <a:ext cx="6183037" cy="15344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endParaRPr lang="es-ES" sz="4400" b="1" u="sng" spc="289">
              <a:latin typeface="Avenir Bold"/>
            </a:endParaRPr>
          </a:p>
          <a:p>
            <a:pPr algn="ctr">
              <a:lnSpc>
                <a:spcPts val="4076"/>
              </a:lnSpc>
            </a:pPr>
            <a:r>
              <a:rPr lang="es-ES" sz="4400" b="1" u="sng" spc="289">
                <a:latin typeface="Avenir Bold"/>
              </a:rPr>
              <a:t>MANTENIMIENTO.</a:t>
            </a:r>
            <a:endParaRPr lang="en-US" sz="4400">
              <a:ea typeface="Calibri"/>
              <a:cs typeface="Calibri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3A2A0FEF-AD0D-07CD-670A-20EE8C66A661}"/>
              </a:ext>
            </a:extLst>
          </p:cNvPr>
          <p:cNvSpPr txBox="1"/>
          <p:nvPr/>
        </p:nvSpPr>
        <p:spPr>
          <a:xfrm>
            <a:off x="3089702" y="2537318"/>
            <a:ext cx="4232021" cy="38452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endParaRPr lang="en-US" b="1" spc="289"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spc="289">
              <a:latin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u="sng" spc="289">
              <a:latin typeface="Avenir Bold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4119273-8578-6B87-9071-E180C6942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3054D6-F951-EAFA-9EEA-2F4B8389EA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D46B795-340E-59E4-8F74-006710098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985" y="2729407"/>
            <a:ext cx="3956362" cy="346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6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8596E-B9ED-55E1-08BC-0992B708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90EC2595-A4AF-EAB2-4848-8A0F2E3BA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6626" y="2587893"/>
            <a:ext cx="4649416" cy="35298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CE0EC11-984C-5C94-8208-D96C12FF6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6FD6FFD-22BA-316F-40A1-39CD483F49E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53F626D0-AAC6-B93B-17AF-178A4D8ADCF8}"/>
              </a:ext>
            </a:extLst>
          </p:cNvPr>
          <p:cNvSpPr txBox="1"/>
          <p:nvPr/>
        </p:nvSpPr>
        <p:spPr>
          <a:xfrm>
            <a:off x="1596292" y="596863"/>
            <a:ext cx="656101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MANTENCIÓN – DISPONIBILIDAD MÁQUINAS.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AB8B10-CDF9-A6BE-78A4-4F781C38A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931" y="2587893"/>
            <a:ext cx="4649416" cy="35298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57E7037-010B-D623-019D-5547573B7E97}"/>
              </a:ext>
            </a:extLst>
          </p:cNvPr>
          <p:cNvSpPr txBox="1"/>
          <p:nvPr/>
        </p:nvSpPr>
        <p:spPr>
          <a:xfrm>
            <a:off x="3092708" y="5594541"/>
            <a:ext cx="160020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/>
              <a:t>FLEXO 2</a:t>
            </a:r>
          </a:p>
          <a:p>
            <a:pPr algn="ctr"/>
            <a:r>
              <a:rPr lang="es-ES" sz="1400"/>
              <a:t>UTILIZACIÓN: 81%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E9AC982-603D-7A57-5B3D-B64D88CCF95F}"/>
              </a:ext>
            </a:extLst>
          </p:cNvPr>
          <p:cNvSpPr txBox="1"/>
          <p:nvPr/>
        </p:nvSpPr>
        <p:spPr>
          <a:xfrm>
            <a:off x="7956647" y="5594541"/>
            <a:ext cx="160020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/>
              <a:t>“FLEXO 3”</a:t>
            </a:r>
          </a:p>
          <a:p>
            <a:pPr algn="ctr"/>
            <a:r>
              <a:rPr lang="es-ES" sz="1400"/>
              <a:t>UTILIZACIÓN: 47%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54FD2F91-7DB7-DF47-BF03-56D5E255EE78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C10A051-6217-CDE5-4A14-108EAA958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5583"/>
            <a:ext cx="9753600" cy="10295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5806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E3CA-839B-FC28-5810-A3475E04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54A4C11-060E-6AE2-042B-00A730934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F03869-383A-5C48-01B0-D4D5C331E0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E3CB6D-FB8E-BFFE-4957-17D040F79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45" y="2889828"/>
            <a:ext cx="3997770" cy="3009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4403097-7342-E9BD-D2D8-D0E353969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361" y="2889828"/>
            <a:ext cx="3997770" cy="3009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A001C99-B983-CA2C-8E21-3DBA5E514D27}"/>
              </a:ext>
            </a:extLst>
          </p:cNvPr>
          <p:cNvSpPr txBox="1"/>
          <p:nvPr/>
        </p:nvSpPr>
        <p:spPr>
          <a:xfrm>
            <a:off x="2800805" y="5376109"/>
            <a:ext cx="152101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/>
              <a:t>SERI 1</a:t>
            </a:r>
          </a:p>
          <a:p>
            <a:pPr algn="ctr"/>
            <a:r>
              <a:rPr lang="es-ES" sz="1400"/>
              <a:t>UTILIZACIÓN: 0%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1015FE5-C60B-98C8-EEFF-3747A85772AF}"/>
              </a:ext>
            </a:extLst>
          </p:cNvPr>
          <p:cNvSpPr txBox="1"/>
          <p:nvPr/>
        </p:nvSpPr>
        <p:spPr>
          <a:xfrm>
            <a:off x="7738712" y="5376109"/>
            <a:ext cx="1607419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/>
              <a:t>SERI 2</a:t>
            </a:r>
          </a:p>
          <a:p>
            <a:pPr algn="ctr"/>
            <a:r>
              <a:rPr lang="es-ES" sz="1400"/>
              <a:t>UTILIZACIÓN: 67%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27F926-3415-D9AB-46FD-A2AF16191D07}"/>
              </a:ext>
            </a:extLst>
          </p:cNvPr>
          <p:cNvSpPr txBox="1"/>
          <p:nvPr/>
        </p:nvSpPr>
        <p:spPr>
          <a:xfrm>
            <a:off x="4081112" y="6345654"/>
            <a:ext cx="152101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/>
              <a:t>SERI 3</a:t>
            </a:r>
          </a:p>
          <a:p>
            <a:pPr algn="ctr"/>
            <a:r>
              <a:rPr lang="es-ES" sz="1400"/>
              <a:t>UTILIZACIÓN: 0%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13D6A89F-7530-4F21-F509-88A67036A14C}"/>
              </a:ext>
            </a:extLst>
          </p:cNvPr>
          <p:cNvSpPr txBox="1"/>
          <p:nvPr/>
        </p:nvSpPr>
        <p:spPr>
          <a:xfrm>
            <a:off x="1596292" y="596863"/>
            <a:ext cx="656101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MANTENCIÓN – DISPONIBILIDAD MÁQUINAS.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5484ADD4-7020-7BB1-59AE-CD801415721B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B143978-E1CB-A471-0B4E-1BDB4D552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1169111"/>
            <a:ext cx="9753600" cy="11852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175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6FA8-5443-6353-6A80-C6DBFB81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08761FE-01D3-BBC2-DA9B-801384722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AEC4ABE-31F7-AD1A-541F-7745C1D980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4842212-4E73-507D-480E-C3663CE4C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1" y="2868383"/>
            <a:ext cx="2832620" cy="18895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D1B1263-0680-BBA9-F66B-BCDA65101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3443" y="2869288"/>
            <a:ext cx="3093154" cy="18764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E40F182-84E1-E294-A94D-1AA72884A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979" y="2868383"/>
            <a:ext cx="3473222" cy="18764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145D23C-2D9D-0970-2E0D-BE485C8F2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6300" y="5066210"/>
            <a:ext cx="3285195" cy="20298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5A7926C-0FFF-DEAF-9F97-2026CD47A9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7367" y="5066210"/>
            <a:ext cx="3285195" cy="20298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2059A5E-BB6B-7CF6-C068-C8F07B313F60}"/>
              </a:ext>
            </a:extLst>
          </p:cNvPr>
          <p:cNvSpPr txBox="1"/>
          <p:nvPr/>
        </p:nvSpPr>
        <p:spPr>
          <a:xfrm>
            <a:off x="1416300" y="4296294"/>
            <a:ext cx="144176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200"/>
              <a:t>SELLADORA 1</a:t>
            </a:r>
          </a:p>
          <a:p>
            <a:pPr algn="ctr"/>
            <a:r>
              <a:rPr lang="es-ES" sz="1200"/>
              <a:t>UTILIZACIÓN: 85%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866C18A-5335-DB6D-D9E9-65ACC938B1F0}"/>
              </a:ext>
            </a:extLst>
          </p:cNvPr>
          <p:cNvSpPr txBox="1"/>
          <p:nvPr/>
        </p:nvSpPr>
        <p:spPr>
          <a:xfrm>
            <a:off x="4591251" y="4296294"/>
            <a:ext cx="145534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200"/>
              <a:t>SELLADORA 2</a:t>
            </a:r>
          </a:p>
          <a:p>
            <a:pPr algn="ctr"/>
            <a:r>
              <a:rPr lang="es-ES" sz="1200"/>
              <a:t>UTILIZACIÓN: 112%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A8219D6-4615-FC83-7E87-8E3627961401}"/>
              </a:ext>
            </a:extLst>
          </p:cNvPr>
          <p:cNvSpPr txBox="1"/>
          <p:nvPr/>
        </p:nvSpPr>
        <p:spPr>
          <a:xfrm>
            <a:off x="8272562" y="4300841"/>
            <a:ext cx="13426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200"/>
              <a:t>SELLADORA 4</a:t>
            </a:r>
          </a:p>
          <a:p>
            <a:pPr algn="ctr"/>
            <a:r>
              <a:rPr lang="es-ES" sz="1200"/>
              <a:t>UTILIZACIÓN: 0%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D584768-6671-4291-505D-2A89F9FFF5C4}"/>
              </a:ext>
            </a:extLst>
          </p:cNvPr>
          <p:cNvSpPr txBox="1"/>
          <p:nvPr/>
        </p:nvSpPr>
        <p:spPr>
          <a:xfrm>
            <a:off x="3271594" y="6628793"/>
            <a:ext cx="141581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200"/>
              <a:t>SELLADORA 5 UTILIZACIÓN: 89%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7B0CD01-E0E0-C53D-7B6C-291CD32C9262}"/>
              </a:ext>
            </a:extLst>
          </p:cNvPr>
          <p:cNvSpPr txBox="1"/>
          <p:nvPr/>
        </p:nvSpPr>
        <p:spPr>
          <a:xfrm>
            <a:off x="6843563" y="6615104"/>
            <a:ext cx="1429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200"/>
              <a:t>SELLADORA 6</a:t>
            </a:r>
          </a:p>
          <a:p>
            <a:pPr algn="ctr"/>
            <a:r>
              <a:rPr lang="es-ES" sz="1200"/>
              <a:t>UTILIZACIÓN: 93%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58E1774B-B309-2D26-5CFE-1091ED04967E}"/>
              </a:ext>
            </a:extLst>
          </p:cNvPr>
          <p:cNvSpPr txBox="1"/>
          <p:nvPr/>
        </p:nvSpPr>
        <p:spPr>
          <a:xfrm>
            <a:off x="1596292" y="596863"/>
            <a:ext cx="656101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n-US" b="1" spc="289">
                <a:latin typeface="Avenir Bold"/>
                <a:ea typeface="Avenir Bold"/>
                <a:cs typeface="Avenir Bold"/>
                <a:sym typeface="Avenir Bold"/>
              </a:rPr>
              <a:t>MANTENCIÓN – DISPONIBILIDAD MÁQUINAS.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E509EE00-8443-2E21-B4D3-F4CE7CA60049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4714EA5-B126-6278-AA92-2F929B3102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" y="1144452"/>
            <a:ext cx="9753600" cy="14476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7316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70CC4C0-B4B5-CD6E-38C0-48A5C79B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50C642A-ACA1-BF3D-E7A6-41F4060955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C121A6D-1824-050A-DA01-B4066B7275EA}"/>
              </a:ext>
            </a:extLst>
          </p:cNvPr>
          <p:cNvSpPr txBox="1"/>
          <p:nvPr/>
        </p:nvSpPr>
        <p:spPr>
          <a:xfrm>
            <a:off x="3235692" y="588540"/>
            <a:ext cx="328221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s-ES" b="1" spc="289">
                <a:solidFill>
                  <a:schemeClr val="tx1"/>
                </a:solidFill>
                <a:latin typeface="Avenir Bold"/>
                <a:ea typeface="Avenir Bold"/>
                <a:cs typeface="Avenir Bold"/>
                <a:sym typeface="Avenir Bold"/>
              </a:rPr>
              <a:t>CENTROS DE COSTOS.</a:t>
            </a: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CBBF520D-6C19-AF9C-A7DA-C2CB291787D1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C83DC57-5170-AAE0-469D-F2B5937CB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12" y="1151981"/>
            <a:ext cx="8306959" cy="52478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3650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D8C50-08BE-F7B3-7DF9-0C502EF7F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F9EC3C2-2F69-2BDF-6F26-BC933C0E2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AD82820-CCD7-6AF3-87BF-5E5994E19F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884521C0-242C-D43D-036B-7A4F8163C927}"/>
              </a:ext>
            </a:extLst>
          </p:cNvPr>
          <p:cNvSpPr txBox="1"/>
          <p:nvPr/>
        </p:nvSpPr>
        <p:spPr>
          <a:xfrm>
            <a:off x="3235692" y="588540"/>
            <a:ext cx="3282215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s-ES" b="1" spc="289">
                <a:solidFill>
                  <a:schemeClr val="tx1"/>
                </a:solidFill>
                <a:latin typeface="Avenir Bold"/>
                <a:ea typeface="Avenir Bold"/>
                <a:cs typeface="Avenir Bold"/>
                <a:sym typeface="Avenir Bold"/>
              </a:rPr>
              <a:t>CENTROS DE COSTOS.</a:t>
            </a: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F0876C0-0D2A-79C9-A3AE-57F35F22E8B7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984F2AC-1DB2-C99C-2FF3-F6B531083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400" y="1642429"/>
            <a:ext cx="6258798" cy="3658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4072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67A2-5237-07A0-097E-34792F06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F33C68F-9DB9-B0CD-4671-9B3AD055E966}"/>
              </a:ext>
            </a:extLst>
          </p:cNvPr>
          <p:cNvSpPr/>
          <p:nvPr/>
        </p:nvSpPr>
        <p:spPr>
          <a:xfrm>
            <a:off x="892843" y="125685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68B54D51-99DB-DD2B-F636-F621C2C8DD74}"/>
              </a:ext>
            </a:extLst>
          </p:cNvPr>
          <p:cNvSpPr/>
          <p:nvPr/>
        </p:nvSpPr>
        <p:spPr>
          <a:xfrm>
            <a:off x="892086" y="-32589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0DCD63EF-B77F-6AD5-6826-B039F5C22012}"/>
              </a:ext>
            </a:extLst>
          </p:cNvPr>
          <p:cNvSpPr txBox="1"/>
          <p:nvPr/>
        </p:nvSpPr>
        <p:spPr>
          <a:xfrm>
            <a:off x="2090359" y="882925"/>
            <a:ext cx="6183037" cy="122793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u="sng" spc="289">
                <a:latin typeface="Avenir Bold"/>
              </a:rPr>
              <a:t>SEGURIDAD Y SALUD OCUPACIONAL.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983FFCD2-4BC7-09D1-6F62-9A9F4EC2550A}"/>
              </a:ext>
            </a:extLst>
          </p:cNvPr>
          <p:cNvSpPr txBox="1"/>
          <p:nvPr/>
        </p:nvSpPr>
        <p:spPr>
          <a:xfrm>
            <a:off x="3769256" y="2537318"/>
            <a:ext cx="2939536" cy="36853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endParaRPr lang="en-US" b="1" spc="289"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spc="289">
              <a:latin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u="sng" spc="289">
              <a:latin typeface="Avenir Bold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7D3EAC3-9696-EF64-D422-3855C0652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8691CA3-DD7F-08BB-5B88-1C739B2C06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pic>
        <p:nvPicPr>
          <p:cNvPr id="6" name="Imagen 5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68E70A37-1A84-DBC3-8523-EF30932C5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413" y="2541952"/>
            <a:ext cx="2674182" cy="369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35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7A77C-7808-245B-D0D4-4831F5AA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149F2B4-FFBA-819C-8570-B42637E7A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27127D5-2EA2-6296-A7FB-85A0100135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BDCFB920-B82E-23A4-4426-B1C7950C51D9}"/>
              </a:ext>
            </a:extLst>
          </p:cNvPr>
          <p:cNvSpPr txBox="1"/>
          <p:nvPr/>
        </p:nvSpPr>
        <p:spPr>
          <a:xfrm>
            <a:off x="2638579" y="596863"/>
            <a:ext cx="4476442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s-ES" b="1" spc="289">
                <a:solidFill>
                  <a:schemeClr val="tx1"/>
                </a:solidFill>
                <a:latin typeface="Avenir Bold"/>
                <a:ea typeface="Avenir Bold"/>
                <a:cs typeface="Avenir Bold"/>
                <a:sym typeface="Avenir Bold"/>
              </a:rPr>
              <a:t>SSOO.  DÍAS SIN ACCIDENTES.</a:t>
            </a: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CBAB3-FDB1-285E-BC3F-E92618ED31D9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1ECC0E3-95B0-7664-3BDC-539EAF414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0" y="1334522"/>
            <a:ext cx="7823600" cy="48887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7262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DC290-A760-5F6A-443B-ECE825337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F93D749-3CE3-7609-EB5E-1830DB416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AC28811-56A0-F63E-7E26-C97EB3D21E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AE59E808-0F22-7275-8C99-37F09EF31874}"/>
              </a:ext>
            </a:extLst>
          </p:cNvPr>
          <p:cNvSpPr txBox="1"/>
          <p:nvPr/>
        </p:nvSpPr>
        <p:spPr>
          <a:xfrm>
            <a:off x="3274822" y="596863"/>
            <a:ext cx="3203956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s-ES" b="1" spc="289">
                <a:solidFill>
                  <a:schemeClr val="tx1"/>
                </a:solidFill>
                <a:latin typeface="Avenir Bold"/>
                <a:ea typeface="Avenir Bold"/>
                <a:cs typeface="Avenir Bold"/>
                <a:sym typeface="Avenir Bold"/>
              </a:rPr>
              <a:t>SSOO. HISTORICO.</a:t>
            </a: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589F397B-5622-9737-7F93-C41554471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961" y="5998911"/>
            <a:ext cx="4180340" cy="55690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554E5CE-EC7B-BB4C-0EEC-668004463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82" y="6011229"/>
            <a:ext cx="4287296" cy="55489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E434C55-F7E7-346C-5438-873577F2D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08" y="1050013"/>
            <a:ext cx="9558583" cy="2301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4BAFCD32-B073-81D8-A889-E08AA0AD42EA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D7BAB98-4C90-59B6-47BD-C0EF501B6C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328" y="3701218"/>
            <a:ext cx="4095471" cy="22241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9A70B51-7A42-A11E-43DF-4DF038BACD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7144" y="3688649"/>
            <a:ext cx="3652727" cy="22492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0239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21D65-E97C-A64A-C81D-2F0338AB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E2FEA88-284F-3B77-8E33-85F64EC64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7D35DD8-50C5-EDCC-4102-1BC9A8DA86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5FE9A58E-784B-1B56-A9DA-3FF9311628C4}"/>
              </a:ext>
            </a:extLst>
          </p:cNvPr>
          <p:cNvSpPr txBox="1"/>
          <p:nvPr/>
        </p:nvSpPr>
        <p:spPr>
          <a:xfrm>
            <a:off x="3274822" y="596863"/>
            <a:ext cx="3203956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s-ES" b="1" spc="289">
                <a:solidFill>
                  <a:schemeClr val="tx1"/>
                </a:solidFill>
                <a:latin typeface="Avenir Bold"/>
                <a:ea typeface="Avenir Bold"/>
                <a:cs typeface="Avenir Bold"/>
                <a:sym typeface="Avenir Bold"/>
              </a:rPr>
              <a:t>SSOO. HISTORICO.</a:t>
            </a: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3721A966-A6BC-B7C5-68B3-4BAB4EEE4F59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0EB5C6-3F74-8931-C492-E66F8F886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529" y="2174984"/>
            <a:ext cx="5671354" cy="270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10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98CA-FD05-C75D-5266-E4E533E3A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AAAAB094-5A1B-41BD-5E67-DA24C516EC35}"/>
              </a:ext>
            </a:extLst>
          </p:cNvPr>
          <p:cNvSpPr/>
          <p:nvPr/>
        </p:nvSpPr>
        <p:spPr>
          <a:xfrm>
            <a:off x="892843" y="125685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285CAD49-BBAD-FAEB-AA1D-93D657636120}"/>
              </a:ext>
            </a:extLst>
          </p:cNvPr>
          <p:cNvSpPr/>
          <p:nvPr/>
        </p:nvSpPr>
        <p:spPr>
          <a:xfrm>
            <a:off x="892086" y="-32589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CFF1FFFE-6FFE-89B9-902B-9726DBBFF88D}"/>
              </a:ext>
            </a:extLst>
          </p:cNvPr>
          <p:cNvSpPr txBox="1"/>
          <p:nvPr/>
        </p:nvSpPr>
        <p:spPr>
          <a:xfrm>
            <a:off x="2090359" y="429889"/>
            <a:ext cx="6183037" cy="168097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u="sng" spc="289">
                <a:latin typeface="Avenir Bold"/>
              </a:rPr>
              <a:t>BODEGA DE MATERIAS PRIMAS Y PRODUCTO TERMINADO.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6446279B-5966-1BD2-52ED-F1A18D233F70}"/>
              </a:ext>
            </a:extLst>
          </p:cNvPr>
          <p:cNvSpPr txBox="1"/>
          <p:nvPr/>
        </p:nvSpPr>
        <p:spPr>
          <a:xfrm>
            <a:off x="2849859" y="2150906"/>
            <a:ext cx="4631758" cy="40185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endParaRPr lang="en-US" b="1" spc="289"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spc="289">
              <a:latin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u="sng" spc="289">
              <a:latin typeface="Avenir Bold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26EB415-6A27-BA22-9C18-8A7F2BEB9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9CE4445-432B-2EF3-6AF0-AF63C7BC99F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6441400-BC3D-C1CF-3A7A-6CA28C5D6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283" y="2296177"/>
            <a:ext cx="4451870" cy="373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53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286B-F5DC-6005-CF3D-9E7F74B5A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8">
            <a:extLst>
              <a:ext uri="{FF2B5EF4-FFF2-40B4-BE49-F238E27FC236}">
                <a16:creationId xmlns:a16="http://schemas.microsoft.com/office/drawing/2014/main" id="{5CBB11FA-CEF0-019B-E402-A18EBD4842B3}"/>
              </a:ext>
            </a:extLst>
          </p:cNvPr>
          <p:cNvSpPr txBox="1"/>
          <p:nvPr/>
        </p:nvSpPr>
        <p:spPr>
          <a:xfrm>
            <a:off x="2819400" y="596863"/>
            <a:ext cx="4191000" cy="4014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lvl="1" algn="ctr"/>
            <a:r>
              <a:rPr lang="es-CL" sz="2400" b="1">
                <a:latin typeface="Cambria" panose="02040503050406030204" pitchFamily="18" charset="0"/>
                <a:ea typeface="Cambria" panose="02040503050406030204" pitchFamily="18" charset="0"/>
              </a:rPr>
              <a:t>BODEGA</a:t>
            </a:r>
            <a:endParaRPr lang="en-US" sz="2400" b="1" spc="289">
              <a:latin typeface="Cambria" panose="02040503050406030204" pitchFamily="18" charset="0"/>
              <a:ea typeface="Cambria" panose="02040503050406030204" pitchFamily="18" charset="0"/>
              <a:cs typeface="Avenir Bold"/>
              <a:sym typeface="Avenir Bold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E0A8CC67-6A26-73AE-6038-53573112AEE9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0EF675C-91F4-8279-4EA3-461C36FEB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36792"/>
            <a:ext cx="9753600" cy="22416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1021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6D66-0B5C-165F-0D72-E809E4E3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8">
            <a:extLst>
              <a:ext uri="{FF2B5EF4-FFF2-40B4-BE49-F238E27FC236}">
                <a16:creationId xmlns:a16="http://schemas.microsoft.com/office/drawing/2014/main" id="{44B948F8-7BCA-A8AB-4B33-E6951979D7A4}"/>
              </a:ext>
            </a:extLst>
          </p:cNvPr>
          <p:cNvSpPr txBox="1"/>
          <p:nvPr/>
        </p:nvSpPr>
        <p:spPr>
          <a:xfrm>
            <a:off x="2819400" y="596863"/>
            <a:ext cx="4191000" cy="4014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lvl="1" algn="ctr"/>
            <a:r>
              <a:rPr lang="es-CL" sz="2400" b="1">
                <a:latin typeface="Cambria" panose="02040503050406030204" pitchFamily="18" charset="0"/>
                <a:ea typeface="Cambria" panose="02040503050406030204" pitchFamily="18" charset="0"/>
              </a:rPr>
              <a:t>BODEGA</a:t>
            </a:r>
            <a:endParaRPr lang="en-US" sz="2400" b="1" spc="289">
              <a:latin typeface="Cambria" panose="02040503050406030204" pitchFamily="18" charset="0"/>
              <a:ea typeface="Cambria" panose="02040503050406030204" pitchFamily="18" charset="0"/>
              <a:cs typeface="Avenir Bold"/>
              <a:sym typeface="Avenir Bold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20DF13-F356-0F9A-1C7F-8B7F5C5B400D}"/>
              </a:ext>
            </a:extLst>
          </p:cNvPr>
          <p:cNvSpPr txBox="1"/>
          <p:nvPr/>
        </p:nvSpPr>
        <p:spPr>
          <a:xfrm>
            <a:off x="2807590" y="1010336"/>
            <a:ext cx="5096199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2400" b="1">
                <a:solidFill>
                  <a:schemeClr val="tx2"/>
                </a:solidFill>
                <a:latin typeface="Cambria"/>
                <a:ea typeface="Cambria"/>
              </a:rPr>
              <a:t>ROTACIÓN STOCK  BODEGAS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C84E57-9143-F2CD-1AF5-CC9CBF6AC9CB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0930764-A70D-9886-7688-0115D0AE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655" y="1476292"/>
            <a:ext cx="3924848" cy="8002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6EEBF33-79F5-18DB-AD73-789AEF6CC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318" y="2469846"/>
            <a:ext cx="4401164" cy="37724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4884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19E9-5AF1-B753-537E-6BDAF55A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8">
            <a:extLst>
              <a:ext uri="{FF2B5EF4-FFF2-40B4-BE49-F238E27FC236}">
                <a16:creationId xmlns:a16="http://schemas.microsoft.com/office/drawing/2014/main" id="{0AC6FB09-A1A1-6D26-24DE-796C74C042C3}"/>
              </a:ext>
            </a:extLst>
          </p:cNvPr>
          <p:cNvSpPr txBox="1"/>
          <p:nvPr/>
        </p:nvSpPr>
        <p:spPr>
          <a:xfrm>
            <a:off x="2819400" y="596863"/>
            <a:ext cx="4191000" cy="4014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lvl="1" algn="ctr"/>
            <a:r>
              <a:rPr lang="es-CL" sz="2400" b="1">
                <a:latin typeface="Cambria" panose="02040503050406030204" pitchFamily="18" charset="0"/>
                <a:ea typeface="Cambria" panose="02040503050406030204" pitchFamily="18" charset="0"/>
              </a:rPr>
              <a:t>BODEGA</a:t>
            </a:r>
            <a:endParaRPr lang="en-US" sz="2400" b="1" spc="289">
              <a:latin typeface="Cambria" panose="02040503050406030204" pitchFamily="18" charset="0"/>
              <a:ea typeface="Cambria" panose="02040503050406030204" pitchFamily="18" charset="0"/>
              <a:cs typeface="Avenir Bold"/>
              <a:sym typeface="Avenir Bold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A3B391-5ACE-CA3D-1454-244D46AE22DB}"/>
              </a:ext>
            </a:extLst>
          </p:cNvPr>
          <p:cNvSpPr txBox="1"/>
          <p:nvPr/>
        </p:nvSpPr>
        <p:spPr>
          <a:xfrm>
            <a:off x="2141595" y="1142931"/>
            <a:ext cx="547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>
                <a:latin typeface="Cambria" panose="02040503050406030204" pitchFamily="18" charset="0"/>
                <a:ea typeface="Cambria" panose="02040503050406030204" pitchFamily="18" charset="0"/>
              </a:rPr>
              <a:t>DETALLE ARTÍCULOS SIN ROTACIÓN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8FB0E36D-71ED-C84D-60F3-6A35FC661E4B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D73731F-291E-6D43-B19B-A93035223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660" y="1599172"/>
            <a:ext cx="3534268" cy="790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289A0E5-8D9A-51C1-602D-2163F0DF8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853" y="2564041"/>
            <a:ext cx="4315427" cy="37724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7477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2B27A-24EB-8E54-56E9-78AEF71E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">
            <a:extLst>
              <a:ext uri="{FF2B5EF4-FFF2-40B4-BE49-F238E27FC236}">
                <a16:creationId xmlns:a16="http://schemas.microsoft.com/office/drawing/2014/main" id="{A7F55334-F94A-4EAA-B6F7-726BD9D62A9A}"/>
              </a:ext>
            </a:extLst>
          </p:cNvPr>
          <p:cNvSpPr txBox="1"/>
          <p:nvPr/>
        </p:nvSpPr>
        <p:spPr>
          <a:xfrm>
            <a:off x="3557544" y="596863"/>
            <a:ext cx="2638509" cy="2910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r>
              <a:rPr lang="es-ES" b="1" spc="289">
                <a:solidFill>
                  <a:schemeClr val="tx1"/>
                </a:solidFill>
                <a:latin typeface="Avenir Bold"/>
                <a:ea typeface="Avenir Bold"/>
                <a:cs typeface="Avenir Bold"/>
                <a:sym typeface="Avenir Bold"/>
              </a:rPr>
              <a:t>BODEGA</a:t>
            </a: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b="1" spc="289">
              <a:solidFill>
                <a:schemeClr val="tx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923A867-9D10-8265-44E4-294E9BB57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707400"/>
            <a:ext cx="1415816" cy="4251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1D61FA3-9543-9BAD-95D1-44797FFA6B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501160" y="6629400"/>
            <a:ext cx="1057423" cy="58110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3D0FC81-D180-64B7-64D9-6E30A4598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06" y="987610"/>
            <a:ext cx="8005783" cy="57307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F458DF96-93E6-2942-B78F-194C3EC78521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</p:spTree>
    <p:extLst>
      <p:ext uri="{BB962C8B-B14F-4D97-AF65-F5344CB8AC3E}">
        <p14:creationId xmlns:p14="http://schemas.microsoft.com/office/powerpoint/2010/main" val="4102402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8177-2446-909C-33FD-16445778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500CB6ED-4CF3-66C4-10CD-1459246C5998}"/>
              </a:ext>
            </a:extLst>
          </p:cNvPr>
          <p:cNvSpPr/>
          <p:nvPr/>
        </p:nvSpPr>
        <p:spPr>
          <a:xfrm>
            <a:off x="892843" y="125685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3FA4F10D-089B-3F24-B38B-D9CE556DE489}"/>
              </a:ext>
            </a:extLst>
          </p:cNvPr>
          <p:cNvSpPr/>
          <p:nvPr/>
        </p:nvSpPr>
        <p:spPr>
          <a:xfrm>
            <a:off x="892086" y="-32589"/>
            <a:ext cx="4385002" cy="920519"/>
          </a:xfrm>
          <a:custGeom>
            <a:avLst/>
            <a:gdLst/>
            <a:ahLst/>
            <a:cxnLst/>
            <a:rect l="l" t="t" r="r" b="b"/>
            <a:pathLst>
              <a:path w="5846668" h="1227359">
                <a:moveTo>
                  <a:pt x="0" y="0"/>
                </a:moveTo>
                <a:lnTo>
                  <a:pt x="5846668" y="0"/>
                </a:lnTo>
                <a:lnTo>
                  <a:pt x="5846668" y="1227359"/>
                </a:lnTo>
                <a:lnTo>
                  <a:pt x="0" y="12273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L"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492DBAAA-F3A5-DD22-578D-B0B6534AA494}"/>
              </a:ext>
            </a:extLst>
          </p:cNvPr>
          <p:cNvSpPr txBox="1"/>
          <p:nvPr/>
        </p:nvSpPr>
        <p:spPr>
          <a:xfrm>
            <a:off x="2090359" y="643082"/>
            <a:ext cx="5983169" cy="9614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u="sng" spc="289">
                <a:latin typeface="Avenir Bold"/>
              </a:rPr>
              <a:t>PROYECTOS Y MEJORAS.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90FB9048-E11D-90A2-C58D-557FCD16E60F}"/>
              </a:ext>
            </a:extLst>
          </p:cNvPr>
          <p:cNvSpPr txBox="1"/>
          <p:nvPr/>
        </p:nvSpPr>
        <p:spPr>
          <a:xfrm>
            <a:off x="2889832" y="1804468"/>
            <a:ext cx="4538488" cy="42983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2304"/>
              </a:lnSpc>
            </a:pPr>
            <a:endParaRPr lang="en-US" b="1" spc="289">
              <a:latin typeface="Avenir Bold"/>
              <a:ea typeface="Avenir Bold"/>
              <a:cs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spc="289">
              <a:latin typeface="Avenir Bold"/>
              <a:sym typeface="Avenir Bold"/>
            </a:endParaRPr>
          </a:p>
          <a:p>
            <a:pPr algn="ctr">
              <a:lnSpc>
                <a:spcPts val="2304"/>
              </a:lnSpc>
            </a:pPr>
            <a:endParaRPr lang="en-US" sz="4800" b="1" u="sng" spc="289">
              <a:latin typeface="Avenir Bold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1A0625E-768B-2858-779C-73FF97A74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38034A6-195D-FF9B-8E59-0DD2C21C36E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EB45743E-145C-3322-576D-898CEC827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808" y="1893005"/>
            <a:ext cx="3376585" cy="41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697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AE22A-F206-BEA5-B485-541B1F97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679CE8E-A3F8-5F9E-2461-727784611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1020483-2E49-75C7-8341-A5BE57A721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CC2E0114-3753-9564-BEB9-3D5DC38147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49549" y="2721628"/>
            <a:ext cx="2565435" cy="256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F7705E9-AEE5-DD8C-5BE4-10C4A888C9BF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3249E8-DA11-180A-21D9-D36999209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521" y="815087"/>
            <a:ext cx="6102731" cy="343142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BF81217-BC86-633F-5CED-25CB4A829DE1}"/>
              </a:ext>
            </a:extLst>
          </p:cNvPr>
          <p:cNvSpPr txBox="1"/>
          <p:nvPr/>
        </p:nvSpPr>
        <p:spPr>
          <a:xfrm>
            <a:off x="3497897" y="4631146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Eliminando Máquinas para generar espacios de trabajo y almacenamiento.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2713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7FF0-0E1D-D516-4F8F-2D6BB3FF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1DD3F07-B66E-754D-2D6B-45682642A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38BD080-C6A0-D382-E596-4D40FFEDE2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11073D9E-0EE2-AAF7-B8DA-A0F50717F5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49549" y="2721628"/>
            <a:ext cx="2565435" cy="256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C1AE2D8-E4B7-B290-8D1F-E3E8B8D4935D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REPORTE DE OPERACIONES AGOSTO 2026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E13522C-7F63-6D8F-453E-76AA6AA87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05" y="1092967"/>
            <a:ext cx="4319495" cy="25474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01E5D48-819D-7211-CBEE-2F46A39EC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650" y="1093402"/>
            <a:ext cx="3579719" cy="500828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5A69763-C366-7B07-F768-C494FC591E5D}"/>
              </a:ext>
            </a:extLst>
          </p:cNvPr>
          <p:cNvSpPr txBox="1"/>
          <p:nvPr/>
        </p:nvSpPr>
        <p:spPr>
          <a:xfrm>
            <a:off x="1348716" y="3992988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Se realizó medición de PPM de Generador (se necesita ese dato para poder ingresarlo en Plataforma.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54632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C3E3A-9B59-DD81-D3A8-E269D09F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B6CF040-D9D3-3F4C-2E21-C194D21E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9D80020-A52B-C15B-EF0D-171BC9AD83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155902EF-5986-8E80-16D1-19110FCE4C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49549" y="2721628"/>
            <a:ext cx="2565435" cy="256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1AD1B723-8918-8E90-F3E6-8ECDBF9C28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096" y="-417095"/>
            <a:ext cx="3318788" cy="331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F17C004-853A-F7DC-DD17-FBB5EF54DA9B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MONTAJE DE PANELES GALPÓN.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FBB693E-A18E-F188-EB79-0D935E09B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72" y="817845"/>
            <a:ext cx="5716866" cy="642246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D0CA2DB-B2A2-25BB-14F4-4F429944AF2F}"/>
              </a:ext>
            </a:extLst>
          </p:cNvPr>
          <p:cNvSpPr txBox="1"/>
          <p:nvPr/>
        </p:nvSpPr>
        <p:spPr>
          <a:xfrm>
            <a:off x="6452063" y="1104400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Semana entrante comenzamos a asfaltar en caliente 500m2 del sitio 142, esto nos ayudará a descomprimir y generar un mucho mejor orden y limpieza en el proceso.</a:t>
            </a:r>
          </a:p>
        </p:txBody>
      </p:sp>
    </p:spTree>
    <p:extLst>
      <p:ext uri="{BB962C8B-B14F-4D97-AF65-F5344CB8AC3E}">
        <p14:creationId xmlns:p14="http://schemas.microsoft.com/office/powerpoint/2010/main" val="612571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A540B-E92C-2085-2A87-D34C0D5D4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6D01C24-2A2D-06D0-8183-47884A1FD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C4C30BD-1C06-D503-8D48-0E997E7968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9E4852F1-666A-61D4-19A7-8307390DF9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49549" y="2721628"/>
            <a:ext cx="2565435" cy="256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7B126E6C-8529-F9BE-1411-63E841D892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096" y="-417095"/>
            <a:ext cx="3318788" cy="331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DA4BAE1B-4B35-0A44-94A1-ADEFD726AABC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MONTAJE DE PANELES GALPÓN.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297B6C4-5AB8-AAE1-60B7-9D9108DFC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1" y="819997"/>
            <a:ext cx="5429064" cy="28791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0D7DF92-06FC-403C-AD4B-958CCDCBD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212231" y="2533105"/>
            <a:ext cx="3121211" cy="542383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C528888-0B88-F954-7AF2-B1631C26F912}"/>
              </a:ext>
            </a:extLst>
          </p:cNvPr>
          <p:cNvSpPr txBox="1"/>
          <p:nvPr/>
        </p:nvSpPr>
        <p:spPr>
          <a:xfrm>
            <a:off x="6263952" y="1089440"/>
            <a:ext cx="295835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Limpieza de panales solares, aumentan la generación en un 25%.</a:t>
            </a:r>
          </a:p>
          <a:p>
            <a:r>
              <a:rPr lang="es-ES">
                <a:ea typeface="Calibri"/>
                <a:cs typeface="Calibri"/>
              </a:rPr>
              <a:t>Desde Enero que no se le realizaba este </a:t>
            </a:r>
            <a:r>
              <a:rPr lang="es-ES" err="1">
                <a:ea typeface="Calibri"/>
                <a:cs typeface="Calibri"/>
              </a:rPr>
              <a:t>Mtto</a:t>
            </a:r>
            <a:r>
              <a:rPr lang="es-ES">
                <a:ea typeface="Calibri"/>
                <a:cs typeface="Calibri"/>
              </a:rPr>
              <a:t> a la PFV.</a:t>
            </a:r>
          </a:p>
        </p:txBody>
      </p:sp>
    </p:spTree>
    <p:extLst>
      <p:ext uri="{BB962C8B-B14F-4D97-AF65-F5344CB8AC3E}">
        <p14:creationId xmlns:p14="http://schemas.microsoft.com/office/powerpoint/2010/main" val="1791833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5CF0-665D-E591-7B13-DD5E9E8F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90E3243-F59B-2317-011A-005163899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7" y="6385582"/>
            <a:ext cx="2690714" cy="7964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9AEBE9C-1DF8-5566-40F7-9D78A79B10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3187" y="6381847"/>
            <a:ext cx="1515396" cy="803904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31A1D481-2FA2-5040-5AE6-0D694FE66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49549" y="2721628"/>
            <a:ext cx="2565435" cy="256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B2CFDDD3-9912-511E-2064-4B0F7F1E76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096" y="-417095"/>
            <a:ext cx="3318788" cy="331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1964B084-F72A-695A-7154-214943B7ADB1}"/>
              </a:ext>
            </a:extLst>
          </p:cNvPr>
          <p:cNvSpPr txBox="1"/>
          <p:nvPr/>
        </p:nvSpPr>
        <p:spPr>
          <a:xfrm>
            <a:off x="0" y="54133"/>
            <a:ext cx="9753600" cy="5318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>
              <a:lnSpc>
                <a:spcPts val="4076"/>
              </a:lnSpc>
            </a:pPr>
            <a:r>
              <a:rPr lang="es-ES" sz="2800" b="1" spc="289">
                <a:latin typeface="Avenir Bold"/>
              </a:rPr>
              <a:t>MONTAJE DE PANELES GALPÓN.</a:t>
            </a:r>
            <a:endParaRPr lang="en-US" sz="2800" b="1" spc="289">
              <a:latin typeface="Avenir Bold"/>
              <a:ea typeface="Avenir Bold"/>
              <a:cs typeface="Avenir Bold"/>
              <a:sym typeface="Avenir Bold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13F7480-1395-C374-E6A4-F766E4121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3" y="680657"/>
            <a:ext cx="4674160" cy="639669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220E0FD-252D-307F-EA5C-0B827E8A1EE7}"/>
              </a:ext>
            </a:extLst>
          </p:cNvPr>
          <p:cNvSpPr txBox="1"/>
          <p:nvPr/>
        </p:nvSpPr>
        <p:spPr>
          <a:xfrm>
            <a:off x="5343834" y="919225"/>
            <a:ext cx="346037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No ha sido nada de fácil, paneles muy pesados para trabajar con ellos, pero de excelente calidad.</a:t>
            </a:r>
          </a:p>
          <a:p>
            <a:r>
              <a:rPr lang="es-ES">
                <a:ea typeface="Calibri"/>
                <a:cs typeface="Calibri"/>
              </a:rPr>
              <a:t>En 10 días app se entrega este trabajo.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53E653C-B5F2-2648-93BB-D402E2E67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4057" y="2898032"/>
            <a:ext cx="4680324" cy="334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062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06A15-ACC9-325C-347E-7DF819E2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753600" cy="7315200"/>
          </a:xfrm>
          <a:prstGeom prst="rect">
            <a:avLst/>
          </a:prstGeom>
          <a:solidFill>
            <a:srgbClr val="594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753600" cy="7315200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9104" y="-4234"/>
            <a:ext cx="8264919" cy="733313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B0B350-32B9-EA7F-8709-F6A7131B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83" y="445772"/>
            <a:ext cx="5303184" cy="354572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5E0CFB9-2FEE-2FAA-D0E1-5ACC03F74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18" y="4114403"/>
            <a:ext cx="8687173" cy="11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7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AA6960-E93F-46CC-8B1D-3EFC5FCD0DA2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d5553823-3e1f-49f7-b662-47c5767dee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41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FINAL UNIBAG</dc:title>
  <dc:creator>Produccion1</dc:creator>
  <cp:revision>1</cp:revision>
  <dcterms:created xsi:type="dcterms:W3CDTF">2006-08-16T00:00:00Z</dcterms:created>
  <dcterms:modified xsi:type="dcterms:W3CDTF">2026-09-04T12:52:00Z</dcterms:modified>
  <dc:identifier>DAGgtNNxbhA</dc:identifier>
</cp:coreProperties>
</file>